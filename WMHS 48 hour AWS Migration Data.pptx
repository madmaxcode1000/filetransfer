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Default Extension="png" ContentType="image/png"/>
  <Default Extension="svg" ContentType="image/svg"/>
  <Default Extension="xlsx" ContentType="application/vnd.openxmlformats-officedocument.spreadsheetml.sheet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4.xml" ContentType="application/vnd.openxmlformats-officedocument.theme+xml"/>
  <Override PartName="/ppt/notesSlides/notesSlide2.xml" ContentType="application/vnd.openxmlformats-officedocument.presentationml.notesSlide+xml"/>
  <Override PartName="/ppt/theme/theme5.xml" ContentType="application/vnd.openxmlformats-officedocument.them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1.xml" ContentType="application/vnd.ms-office.chartcolorstyle+xml"/>
  <Override PartName="/ppt/charts/style1.xml" ContentType="application/vnd.ms-office.chartstyle+xml"/>
  <Override PartName="/ppt/charts/chart1.xml" ContentType="application/vnd.openxmlformats-officedocument.drawingml.chart+xml"/>
  <Override PartName="/ppt/charts/colors2.xml" ContentType="application/vnd.ms-office.chartcolorstyle+xml"/>
  <Override PartName="/ppt/charts/style2.xml" ContentType="application/vnd.ms-office.chartstyle+xml"/>
  <Override PartName="/ppt/charts/chart2.xml" ContentType="application/vnd.openxmlformats-officedocument.drawingml.chart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6"/>
    <p:sldMasterId id="2147483664" r:id="rId9"/>
    <p:sldMasterId id="2147483666" r:id="rId11"/>
  </p:sldMasterIdLst>
  <p:notesMasterIdLst>
    <p:notesMasterId id="" r:id="rId7"/>
  </p:notesMasterIdLst>
  <p:sldIdLst>
    <p:sldId id="256" r:id="rId8"/>
    <p:sldId id="257" r:id="rId10"/>
    <p:sldId id="258" r:id="rId12"/>
  </p:sldIdLst>
  <p:sldSz cx="12192000" cy="6858000" type="custom"/>
  <p:notesSz cx="6858000" cy="9144000"/>
  <p:defaultTextStyle>
    <a:defPPr defTabSz="914400">
      <a:defRPr lang="en-US" dirty="0"/>
    </a:defPPr>
    <a:lvl1pPr marL="0" rtl="0" algn="l" defTabSz="914400">
      <a:defRPr sz="1800" kern="1200" dirty="0">
        <a:solidFill>
          <a:schemeClr val="tx1"/>
        </a:solidFill>
        <a:latin typeface="+mn-lt"/>
        <a:ea typeface="+mn-ea"/>
      </a:defRPr>
    </a:lvl1pPr>
    <a:lvl2pPr marL="457200" rtl="0" algn="l" defTabSz="914400">
      <a:defRPr sz="1800" kern="1200" dirty="0">
        <a:solidFill>
          <a:schemeClr val="tx1"/>
        </a:solidFill>
        <a:latin typeface="+mn-lt"/>
        <a:ea typeface="+mn-ea"/>
      </a:defRPr>
    </a:lvl2pPr>
    <a:lvl3pPr marL="914400" rtl="0" algn="l" defTabSz="914400">
      <a:defRPr sz="1800" kern="1200" dirty="0">
        <a:solidFill>
          <a:schemeClr val="tx1"/>
        </a:solidFill>
        <a:latin typeface="+mn-lt"/>
        <a:ea typeface="+mn-ea"/>
      </a:defRPr>
    </a:lvl3pPr>
    <a:lvl4pPr marL="1371600" rtl="0" algn="l" defTabSz="914400">
      <a:defRPr sz="1800" kern="1200" dirty="0">
        <a:solidFill>
          <a:schemeClr val="tx1"/>
        </a:solidFill>
        <a:latin typeface="+mn-lt"/>
        <a:ea typeface="+mn-ea"/>
      </a:defRPr>
    </a:lvl4pPr>
    <a:lvl5pPr marL="1828800" rtl="0" algn="l" defTabSz="914400">
      <a:defRPr sz="1800" kern="1200" dirty="0">
        <a:solidFill>
          <a:schemeClr val="tx1"/>
        </a:solidFill>
        <a:latin typeface="+mn-lt"/>
        <a:ea typeface="+mn-ea"/>
      </a:defRPr>
    </a:lvl5pPr>
    <a:lvl6pPr marL="2286000" rtl="0" algn="l" defTabSz="914400">
      <a:defRPr sz="1800" kern="1200" dirty="0">
        <a:solidFill>
          <a:schemeClr val="tx1"/>
        </a:solidFill>
        <a:latin typeface="+mn-lt"/>
        <a:ea typeface="+mn-ea"/>
      </a:defRPr>
    </a:lvl6pPr>
    <a:lvl7pPr marL="2743200" rtl="0" algn="l" defTabSz="914400">
      <a:defRPr sz="1800" kern="1200" dirty="0">
        <a:solidFill>
          <a:schemeClr val="tx1"/>
        </a:solidFill>
        <a:latin typeface="+mn-lt"/>
        <a:ea typeface="+mn-ea"/>
      </a:defRPr>
    </a:lvl7pPr>
    <a:lvl8pPr marL="3200400" rtl="0" algn="l" defTabSz="914400">
      <a:defRPr sz="1800" kern="1200" dirty="0">
        <a:solidFill>
          <a:schemeClr val="tx1"/>
        </a:solidFill>
        <a:latin typeface="+mn-lt"/>
        <a:ea typeface="+mn-ea"/>
      </a:defRPr>
    </a:lvl8pPr>
    <a:lvl9pPr marL="3657600" rtl="0" algn="l" defTabSz="914400">
      <a:defRPr sz="1800" kern="1200" dirty="0">
        <a:solidFill>
          <a:schemeClr val="tx1"/>
        </a:solidFill>
        <a:latin typeface="+mn-lt"/>
        <a:ea typeface="+mn-ea"/>
      </a:defRPr>
    </a:lvl9pPr>
  </p:defaultTextStyle>
  <p:extLst>
    <p:ext uri="{521415D9-36F7-43E2-AB2F-B90AF26B5E84}"/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>
        <p:scale>
          <a:sx n="170" d="100"/>
          <a:sy n="170" d="100"/>
        </p:scale>
        <p:origin x="2038" y="-258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3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" Type="http://schemas.openxmlformats.org/officeDocument/2006/relationships/tableStyles" Target="tableStyles.xml" /><Relationship Id="rId4" Type="http://schemas.openxmlformats.org/officeDocument/2006/relationships/theme" Target="theme/theme1.xml" /><Relationship Id="rId6" Type="http://schemas.openxmlformats.org/officeDocument/2006/relationships/slideMaster" Target="slideMasters/slideMaster2.xml" /><Relationship Id="rId7" Type="http://schemas.openxmlformats.org/officeDocument/2006/relationships/notesMaster" Target="notesMasters/notesMaster1.xml" /><Relationship Id="rId8" Type="http://schemas.openxmlformats.org/officeDocument/2006/relationships/slide" Target="slides/slide1.xml" /><Relationship Id="rId9" Type="http://schemas.openxmlformats.org/officeDocument/2006/relationships/slideMaster" Target="slideMasters/slideMaster3.xml" /><Relationship Id="rId10" Type="http://schemas.openxmlformats.org/officeDocument/2006/relationships/slide" Target="slides/slide2.xml" /><Relationship Id="rId11" Type="http://schemas.openxmlformats.org/officeDocument/2006/relationships/slideMaster" Target="slideMasters/slideMaster4.xml" /><Relationship Id="rId12" Type="http://schemas.openxmlformats.org/officeDocument/2006/relationships/slide" Target="slides/slide3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0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_rels/chart2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2.xml" /><Relationship Id="rId3" Type="http://schemas.microsoft.com/office/2011/relationships/chartStyle" Target="style2.xml" /></Relationships>
</file>

<file path=ppt/charts/chart1.xml><?xml version="1.0" encoding="utf-8"?>
<c:chartSpace xmlns:a="http://schemas.openxmlformats.org/drawingml/2006/main" xmlns:r="http://schemas.openxmlformats.org/officeDocument/2006/relationships" xmlns:c="http://schemas.openxmlformats.org/drawingml/2006/chart">
  <c:date1904 val="0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85C3"/>
            </a:solidFill>
            <a:ln>
              <a:noFill/>
              <a:round/>
            </a:ln>
            <a:effectLst/>
          </c:spPr>
          <c:invertIfNegative val="0"/>
          <c:cat>
            <c:strRef>
              <c:f>'Sheet1'!$A$2:$A$42</c:f>
              <c:strCache>
                <c:ptCount val="41"/>
                <c:pt idx="0">
                  <c:v>x2iedn.2xlarge</c:v>
                </c:pt>
                <c:pt idx="1">
                  <c:v>r5.4xlarge</c:v>
                </c:pt>
                <c:pt idx="2">
                  <c:v>m5.xlarge</c:v>
                </c:pt>
                <c:pt idx="3">
                  <c:v>t2.2xlarge</c:v>
                </c:pt>
                <c:pt idx="4">
                  <c:v>m5.2xlarge</c:v>
                </c:pt>
                <c:pt idx="5">
                  <c:v>t2.large</c:v>
                </c:pt>
                <c:pt idx="6">
                  <c:v>m4.4xlarge</c:v>
                </c:pt>
                <c:pt idx="7">
                  <c:v>m4.2xlarge</c:v>
                </c:pt>
                <c:pt idx="8">
                  <c:v>t3.medium</c:v>
                </c:pt>
                <c:pt idx="9">
                  <c:v>r5.xlarge</c:v>
                </c:pt>
                <c:pt idx="10">
                  <c:v>t2.xlarge</c:v>
                </c:pt>
                <c:pt idx="11">
                  <c:v>m5a.large</c:v>
                </c:pt>
                <c:pt idx="12">
                  <c:v>c5.2xlarge</c:v>
                </c:pt>
                <c:pt idx="13">
                  <c:v>m5.large</c:v>
                </c:pt>
                <c:pt idx="14">
                  <c:v>r6i.large</c:v>
                </c:pt>
                <c:pt idx="15">
                  <c:v>m6i.2xlarge</c:v>
                </c:pt>
                <c:pt idx="16">
                  <c:v>r5.large</c:v>
                </c:pt>
                <c:pt idx="17">
                  <c:v>m4.xlarge</c:v>
                </c:pt>
                <c:pt idx="18">
                  <c:v>m6i.4xlarge</c:v>
                </c:pt>
                <c:pt idx="19">
                  <c:v>m6i.xlarge</c:v>
                </c:pt>
                <c:pt idx="20">
                  <c:v>r5.2xlarge</c:v>
                </c:pt>
                <c:pt idx="21">
                  <c:v>r6i.xlarge</c:v>
                </c:pt>
                <c:pt idx="22">
                  <c:v>m4.large</c:v>
                </c:pt>
                <c:pt idx="23">
                  <c:v>c5.xlarge</c:v>
                </c:pt>
                <c:pt idx="24">
                  <c:v>x2iedn.xlarge</c:v>
                </c:pt>
                <c:pt idx="25">
                  <c:v>x2iedn.4xlarge</c:v>
                </c:pt>
                <c:pt idx="26">
                  <c:v>r4.4xlarge</c:v>
                </c:pt>
                <c:pt idx="27">
                  <c:v>m6a.2xlarge</c:v>
                </c:pt>
                <c:pt idx="28">
                  <c:v>t2.medium</c:v>
                </c:pt>
                <c:pt idx="29">
                  <c:v>t3.large</c:v>
                </c:pt>
                <c:pt idx="30">
                  <c:v>c5.4xlarge</c:v>
                </c:pt>
                <c:pt idx="31">
                  <c:v>t3.2xlarge</c:v>
                </c:pt>
                <c:pt idx="32">
                  <c:v>m6i.large</c:v>
                </c:pt>
                <c:pt idx="33">
                  <c:v>c4.2xlarge</c:v>
                </c:pt>
                <c:pt idx="34">
                  <c:v>c6i.2xlarge</c:v>
                </c:pt>
                <c:pt idx="35">
                  <c:v>m7a.xlarge</c:v>
                </c:pt>
                <c:pt idx="36">
                  <c:v>t3.xlarge</c:v>
                </c:pt>
                <c:pt idx="37">
                  <c:v>c6a.2xlarge</c:v>
                </c:pt>
                <c:pt idx="38">
                  <c:v>m6a.xlarge</c:v>
                </c:pt>
                <c:pt idx="39">
                  <c:v>c6i.xlarge</c:v>
                </c:pt>
                <c:pt idx="40">
                  <c:v>r6i.2xlarge</c:v>
                </c:pt>
              </c:strCache>
            </c:strRef>
          </c:cat>
          <c:val>
            <c:numRef>
              <c:f>'Sheet1'!$B$2:$B$42</c:f>
              <c:numCache>
                <c:formatCode>General</c:formatCode>
                <c:ptCount val="41"/>
                <c:pt idx="0">
                  <c:v>5</c:v>
                </c:pt>
                <c:pt idx="1">
                  <c:v>3</c:v>
                </c:pt>
                <c:pt idx="2">
                  <c:v>66</c:v>
                </c:pt>
                <c:pt idx="3">
                  <c:v>1</c:v>
                </c:pt>
                <c:pt idx="4">
                  <c:v>20</c:v>
                </c:pt>
                <c:pt idx="5">
                  <c:v>5</c:v>
                </c:pt>
                <c:pt idx="6">
                  <c:v>3</c:v>
                </c:pt>
                <c:pt idx="7">
                  <c:v>9</c:v>
                </c:pt>
                <c:pt idx="8">
                  <c:v>3</c:v>
                </c:pt>
                <c:pt idx="9">
                  <c:v>29</c:v>
                </c:pt>
                <c:pt idx="10">
                  <c:v>3</c:v>
                </c:pt>
                <c:pt idx="11">
                  <c:v>1</c:v>
                </c:pt>
                <c:pt idx="12">
                  <c:v>8</c:v>
                </c:pt>
                <c:pt idx="13">
                  <c:v>66</c:v>
                </c:pt>
                <c:pt idx="14">
                  <c:v>9</c:v>
                </c:pt>
                <c:pt idx="15">
                  <c:v>12</c:v>
                </c:pt>
                <c:pt idx="16">
                  <c:v>17</c:v>
                </c:pt>
                <c:pt idx="17">
                  <c:v>5</c:v>
                </c:pt>
                <c:pt idx="18">
                  <c:v>2</c:v>
                </c:pt>
                <c:pt idx="19">
                  <c:v>7</c:v>
                </c:pt>
                <c:pt idx="20">
                  <c:v>14</c:v>
                </c:pt>
                <c:pt idx="21">
                  <c:v>1</c:v>
                </c:pt>
                <c:pt idx="22">
                  <c:v>4</c:v>
                </c:pt>
                <c:pt idx="23">
                  <c:v>32</c:v>
                </c:pt>
                <c:pt idx="24">
                  <c:v>2</c:v>
                </c:pt>
                <c:pt idx="25">
                  <c:v>1</c:v>
                </c:pt>
                <c:pt idx="26">
                  <c:v>1</c:v>
                </c:pt>
                <c:pt idx="27">
                  <c:v>5</c:v>
                </c:pt>
                <c:pt idx="28">
                  <c:v>3</c:v>
                </c:pt>
                <c:pt idx="29">
                  <c:v>4</c:v>
                </c:pt>
                <c:pt idx="30">
                  <c:v>6</c:v>
                </c:pt>
                <c:pt idx="31">
                  <c:v>2</c:v>
                </c:pt>
                <c:pt idx="32">
                  <c:v>3</c:v>
                </c:pt>
                <c:pt idx="33">
                  <c:v>3</c:v>
                </c:pt>
                <c:pt idx="34">
                  <c:v>4</c:v>
                </c:pt>
                <c:pt idx="35">
                  <c:v>2</c:v>
                </c:pt>
                <c:pt idx="36">
                  <c:v>1</c:v>
                </c:pt>
                <c:pt idx="37">
                  <c:v>2</c:v>
                </c:pt>
                <c:pt idx="38">
                  <c:v>1</c:v>
                </c:pt>
                <c:pt idx="39">
                  <c:v>3</c:v>
                </c:pt>
                <c:pt idx="40">
                  <c:v>1</c:v>
                </c:pt>
              </c:numCache>
            </c:numRef>
          </c:val>
          <c:shape val="box"/>
        </c:ser>
        <c:dLbls>
          <c:numFmt formatCode="General" sourceLinked="1"/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68632895"/>
        <c:axId val="58214815"/>
      </c:barChart>
      <c:catAx>
        <c:axId val="196863289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D9D9D9"/>
            </a:solidFill>
            <a:prstDash val="solid"/>
            <a:round/>
          </a:ln>
        </c:spPr>
        <c:txPr>
          <a:bodyPr/>
          <a:p>
            <a:pPr>
              <a:defRPr sz="1100" baseline="0">
                <a:solidFill>
                  <a:srgbClr val="566072"/>
                </a:solidFill>
                <a:latin typeface="+mn-lt"/>
                <a:ea typeface="+mn-lt"/>
                <a:cs typeface="+mn-lt"/>
              </a:defRPr>
            </a:pPr>
          </a:p>
        </c:txPr>
        <c:crossAx val="58214815"/>
        <c:crosses val="autoZero"/>
        <c:auto val="1"/>
        <c:lblAlgn val="ctr"/>
        <c:lblOffset val="100"/>
        <c:noMultiLvlLbl val="0"/>
      </c:catAx>
      <c:valAx>
        <c:axId val="58214815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  <a:round/>
          </a:ln>
        </c:spPr>
        <c:txPr>
          <a:bodyPr/>
          <a:p>
            <a:pPr>
              <a:defRPr sz="900" baseline="0">
                <a:solidFill>
                  <a:srgbClr val="566072"/>
                </a:solidFill>
                <a:latin typeface="+mn-lt"/>
                <a:ea typeface="+mn-lt"/>
                <a:cs typeface="+mn-lt"/>
              </a:defRPr>
            </a:pPr>
          </a:p>
        </c:txPr>
        <c:crossAx val="1968632895"/>
        <c:crosses val="autoZero"/>
        <c:crossBetween val="between"/>
      </c:valAx>
      <c:spPr>
        <a:noFill/>
        <a:ln>
          <a:noFill/>
          <a:round/>
        </a:ln>
        <a:effectLst/>
      </c:spPr>
    </c:plotArea>
    <c:plotVisOnly val="1"/>
    <c:dispBlanksAs val="gap"/>
  </c:chart>
  <c:spPr>
    <a:noFill/>
    <a:ln>
      <a:noFill/>
      <a:round/>
    </a:ln>
    <a:effectLst/>
  </c:spPr>
  <c:txPr xmlns:c="http://schemas.openxmlformats.org/drawingml/2006/chart">
    <a:bodyPr xmlns:a="http://schemas.openxmlformats.org/drawingml/2006/main"/>
    <a:lstStyle xmlns:a="http://schemas.openxmlformats.org/drawingml/2006/main"/>
    <a:p xmlns:a="http://schemas.openxmlformats.org/drawingml/2006/main"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r="http://schemas.openxmlformats.org/officeDocument/2006/relationships" xmlns:c="http://schemas.openxmlformats.org/drawingml/2006/chart">
  <c:date1904 val="0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500201961392038"/>
          <c:y val="0.13889074340178875"/>
          <c:w val="0.428205601555101"/>
          <c:h val="0.69716046665199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ln>
              <a:noFill/>
              <a:round/>
            </a:ln>
          </c:spPr>
          <c:dPt>
            <c:idx val="0"/>
            <c:bubble3D val="0"/>
            <c:spPr>
              <a:solidFill>
                <a:srgbClr val="4594CD"/>
              </a:solidFill>
              <a:ln>
                <a:noFill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7AB800"/>
              </a:solidFill>
              <a:ln>
                <a:noFill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2AF00"/>
              </a:solidFill>
              <a:ln>
                <a:noFill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00A4CA"/>
              </a:solidFill>
              <a:ln>
                <a:noFill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6E2585"/>
              </a:solidFill>
              <a:ln>
                <a:noFill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28C495"/>
              </a:solidFill>
              <a:ln>
                <a:noFill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E15495"/>
              </a:solidFill>
              <a:ln>
                <a:noFill/>
                <a:round/>
              </a:ln>
              <a:effectLst/>
            </c:spPr>
          </c:dPt>
          <c:explosion val="0"/>
          <c:cat>
            <c:strRef>
              <c:f>'Sheet1'!$A$2:$A$8</c:f>
              <c:strCache>
                <c:ptCount val="7"/>
                <c:pt idx="0">
                  <c:v>Standard Storage (7,863.28 GiB)</c:v>
                </c:pt>
                <c:pt idx="1">
                  <c:v>Intelligent Tiering FA Storage (0.00 GiB)</c:v>
                </c:pt>
                <c:pt idx="2">
                  <c:v>Standard IA Storage (280,407.09 GiB)</c:v>
                </c:pt>
                <c:pt idx="3">
                  <c:v>One Zone IA Storage (0.00 GiB)</c:v>
                </c:pt>
                <c:pt idx="4">
                  <c:v>Glacier Storage (0.00 GiB)</c:v>
                </c:pt>
                <c:pt idx="5">
                  <c:v>Glacier Deep Archive Storage (0.00 GiB)</c:v>
                </c:pt>
                <c:pt idx="6">
                  <c:v>Reduced Redundancy Storage (0.00 GiB)</c:v>
                </c:pt>
              </c:strCache>
            </c:strRef>
          </c:cat>
          <c:val>
            <c:numRef>
              <c:f>'Sheet1'!$B$2:$B$8</c:f>
              <c:numCache>
                <c:formatCode>General</c:formatCode>
                <c:ptCount val="7"/>
                <c:pt idx="0">
                  <c:v>7863.28</c:v>
                </c:pt>
                <c:pt idx="1">
                  <c:v>0</c:v>
                </c:pt>
                <c:pt idx="2">
                  <c:v>280407.09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General" sourceLinked="1"/>
          <c:showLegendKey val="0"/>
          <c:showVal val="0"/>
          <c:showCatName val="0"/>
          <c:showSerName val="0"/>
          <c:showPercent val="0"/>
          <c:showBubbleSize val="0"/>
        </c:dLbls>
        <c:firstSliceAng val="0"/>
        <c:holeSize val="50"/>
      </c:doughnutChart>
      <c:spPr>
        <a:noFill/>
        <a:ln>
          <a:noFill/>
          <a:round/>
        </a:ln>
        <a:effectLst/>
      </c:spPr>
    </c:plotArea>
    <c:legend>
      <c:legendPos val="r"/>
      <c:layout>
        <c:manualLayout>
          <c:xMode val="edge"/>
          <c:yMode val="edge"/>
          <c:x val="0.47707219912431553"/>
          <c:y val="0.05163360060456733"/>
          <c:w val="0.480086571789342"/>
          <c:h val="0.896732449249167"/>
        </c:manualLayout>
      </c:layout>
      <c:overlay val="0"/>
      <c:spPr>
        <a:noFill/>
        <a:ln>
          <a:noFill/>
          <a:round/>
        </a:ln>
        <a:effectLst/>
      </c:spPr>
      <c:txPr>
        <a:bodyPr/>
        <a:lstStyle/>
        <a:p>
          <a:pPr>
            <a:defRPr b="0" sz="1100" baseline="0">
              <a:solidFill>
                <a:srgbClr val="566072"/>
              </a:solidFill>
              <a:latin typeface="+mn-lt"/>
              <a:ea typeface="+mn-lt"/>
              <a:cs typeface="+mn-lt"/>
            </a:defRPr>
          </a:pPr>
        </a:p>
      </c:txPr>
    </c:legend>
    <c:plotVisOnly val="1"/>
    <c:dispBlanksAs val="gap"/>
  </c:chart>
  <c:spPr>
    <a:noFill/>
    <a:ln>
      <a:noFill/>
      <a:round/>
    </a:ln>
    <a:effectLst/>
  </c:spPr>
  <c:txPr xmlns:c="http://schemas.openxmlformats.org/drawingml/2006/chart">
    <a:bodyPr xmlns:a="http://schemas.openxmlformats.org/drawingml/2006/main"/>
    <a:lstStyle xmlns:a="http://schemas.openxmlformats.org/drawingml/2006/main"/>
    <a:p xmlns:a="http://schemas.openxmlformats.org/drawingml/2006/main"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white">
          <a:xfrm>
            <a:off x="0" y="0"/>
            <a:ext cx="2971800" cy="45878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/>
          <a:lstStyle>
            <a:lvl1pPr algn="l">
              <a:defRPr sz="1200" dirty="0"/>
            </a:lvl1pPr>
          </a:lstStyle>
          <a:p>
            <a:pPr algn="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white">
          <a:xfrm>
            <a:off x="3884613" y="0"/>
            <a:ext cx="2971800" cy="45878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/>
          <a:lstStyle>
            <a:lvl1pPr algn="r">
              <a:defRPr sz="1200" dirty="0"/>
            </a:lvl1pPr>
          </a:lstStyle>
          <a:p>
            <a:pPr algn="r"/>
            <a:fld id="{1f9542fe-1a75-4c27-93fd-95f754c51867}" type="datetimeFigureOut">
              <a:rPr/>
              <a:t>5/18/2026 4:46:14 PM</a:t>
            </a:fld>
          </a:p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 bwMode="white">
          <a:xfrm>
            <a:off x="685800" y="1143000"/>
            <a:ext cx="5486400" cy="3086100"/>
          </a:xfrm>
          <a:prstGeom prst="rect">
            <a:avLst/>
          </a:prstGeom>
          <a:ln w="12700">
            <a:solidFill>
              <a:srgbClr val="000000"/>
            </a:solidFill>
            <a:headEnd type="none"/>
            <a:tailEnd type="none"/>
          </a:ln>
        </p:spPr>
        <p:txBody>
          <a:bodyPr lIns="91440" tIns="45720" rIns="91440" bIns="45720" anchor="ctr" wrap="square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85800" y="4400550"/>
            <a:ext cx="5486400" cy="360045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/>
          <a:lstStyle/>
          <a:p>
            <a:pPr/>
            <a:r>
              <a:rPr/>
              <a:t>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white">
          <a:xfrm>
            <a:off x="0" y="8685213"/>
            <a:ext cx="2971800" cy="458787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b" wrap="square"/>
          <a:lstStyle>
            <a:lvl1pPr algn="l">
              <a:defRPr sz="1200" dirty="0"/>
            </a:lvl1pPr>
          </a:lstStyle>
          <a:p>
            <a:pPr algn="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white">
          <a:xfrm>
            <a:off x="3884613" y="8685213"/>
            <a:ext cx="2971800" cy="458787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b" wrap="square"/>
          <a:lstStyle>
            <a:lvl1pPr algn="r">
              <a:defRPr sz="1200" dirty="0"/>
            </a:lvl1pPr>
          </a:lstStyle>
          <a:p>
            <a:pPr algn="r"/>
            <a:fld id="{e30d3392-b250-43d1-9657-ad215a5a2aee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dirty="0">
        <a:latin typeface="Calibri"/>
      </a:defRPr>
    </a:lvl1pPr>
  </p:notesStyle>
</p:notesMaster>
</file>

<file path=ppt/notesSlides/_rels/notesSlide1.xml.rels>&#65279;<?xml version="1.0" encoding="utf-8" standalone="yes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FA04BB6B-BEDE-48E4-970F-8DFC0D4B5AE7}" type="slidenum">
              <a:rPr lang="en-US" dirty="0"/>
              <a:t>1</a:t>
            </a:fld>
            <a:endParaRPr lang="en-US" dirty="0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marL="0" indent="0" rtl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0E4657DD-19FB-4324-A2E9-7FD10D07F816}" type="slidenum">
              <a:rPr lang="en-US" sz="1200" b="0" i="0" kern="120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t>2</a:t>
            </a:fld>
            <a:endParaRPr lang="en-US" sz="1200" b="0" i="0" kern="120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marL="0" indent="0" rtl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0E4657DD-19FB-4324-A2E9-7FD10D07F816}" type="slidenum">
              <a:rPr lang="en-US" sz="1200" b="0" i="0" kern="120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t>3</a:t>
            </a:fld>
            <a:endParaRPr lang="en-US" sz="1200" b="0" i="0" kern="120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</p:spTree>
  </p:cSld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_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_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2" Type="http://schemas.openxmlformats.org/officeDocument/2006/relationships/theme" Target="../theme/theme2.xml" /><Relationship Id="rId1" Type="http://schemas.openxmlformats.org/officeDocument/2006/relationships/slideLayout" Target="../slideLayouts/slideLayout12.xml" /></Relationships>
</file>

<file path=ppt/slideMasters/_rels/slideMaster3.xml.rels>&#65279;<?xml version="1.0" encoding="utf-8" standalone="yes"?><Relationships xmlns="http://schemas.openxmlformats.org/package/2006/relationships"><Relationship Id="rId2" Type="http://schemas.openxmlformats.org/officeDocument/2006/relationships/theme" Target="../theme/theme4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1.png" /></Relationships>
</file>

<file path=ppt/slideMasters/_rels/slideMaster4.xml.rels>&#65279;<?xml version="1.0" encoding="utf-8" standalone="yes"?><Relationships xmlns="http://schemas.openxmlformats.org/package/2006/relationships"><Relationship Id="rId2" Type="http://schemas.openxmlformats.org/officeDocument/2006/relationships/theme" Target="../theme/theme5.xml" /><Relationship Id="rId1" Type="http://schemas.openxmlformats.org/officeDocument/2006/relationships/slideLayout" Target="../slideLayouts/slideLayout14.xml" /><Relationship Id="rId4" Type="http://schemas.openxmlformats.org/officeDocument/2006/relationships/image" Target="../media/image1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lum/>
          </a:blip>
          <a:srcRect/>
          <a:stretch>
            <a:fillRect/>
          </a:stretch>
        </p:blipFill>
        <p:spPr bwMode="white">
          <a:xfrm>
            <a:off x="10123934" y="6361748"/>
            <a:ext cx="1645730" cy="511174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0" name="TextBox 19"/>
          <p:cNvSpPr txBox="1">
            <a:spLocks noChangeArrowheads="1"/>
          </p:cNvSpPr>
          <p:nvPr userDrawn="1"/>
        </p:nvSpPr>
        <p:spPr bwMode="white">
          <a:xfrm>
            <a:off x="607895" y="6521417"/>
            <a:ext cx="353568" cy="118872"/>
          </a:xfrm>
          <a:prstGeom prst="rect">
            <a:avLst/>
          </a:prstGeom>
          <a:ln>
            <a:headEnd type="none"/>
            <a:tailEnd type="none"/>
          </a:ln>
        </p:spPr>
        <p:txBody>
          <a:bodyPr lIns="0" tIns="0" rIns="0" bIns="0" anchor="ctr" wrap="square">
            <a:noAutofit/>
          </a:bodyPr>
          <a:lstStyle/>
          <a:p>
            <a:pPr algn="l" fontAlgn="base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7DB8"/>
              </a:buClr>
            </a:pPr>
            <a:fld id="{58EC7406-F4CC-4ABF-902E-2AF4E70E5C0F}" type="slidenum">
              <a:rPr lang="en-US" sz="1200" dirty="0">
                <a:solidFill>
                  <a:srgbClr val="777F8E"/>
                </a:solidFill>
              </a:rPr>
              <a:t>‹#›</a:t>
            </a:fld>
            <a:endParaRPr lang="en-US" sz="1200" dirty="0">
              <a:solidFill>
                <a:srgbClr val="777F8E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rtl="0" algn="l" fontAlgn="base">
        <a:lnSpc>
          <a:spcPct val="90000"/>
        </a:lnSpc>
        <a:spcBef>
          <a:spcPct val="0"/>
        </a:spcBef>
        <a:spcAft>
          <a:spcPct val="0"/>
        </a:spcAft>
        <a:defRPr sz="3733" b="0" dirty="0">
          <a:solidFill>
            <a:schemeClr val="bg1"/>
          </a:solidFill>
          <a:latin typeface="+mj-lt"/>
          <a:ea typeface="Museo Sans For Dell"/>
        </a:defRPr>
      </a:lvl1pPr>
      <a:lvl2pPr rtl="0" algn="l" fontAlgn="base">
        <a:lnSpc>
          <a:spcPct val="80000"/>
        </a:lnSpc>
        <a:spcBef>
          <a:spcPct val="0"/>
        </a:spcBef>
        <a:spcAft>
          <a:spcPct val="0"/>
        </a:spcAft>
        <a:defRPr sz="4267" b="1" dirty="0">
          <a:solidFill>
            <a:schemeClr val="accent1"/>
          </a:solidFill>
          <a:latin typeface="Arial Black"/>
        </a:defRPr>
      </a:lvl2pPr>
      <a:lvl3pPr rtl="0" algn="l" fontAlgn="base">
        <a:lnSpc>
          <a:spcPct val="80000"/>
        </a:lnSpc>
        <a:spcBef>
          <a:spcPct val="0"/>
        </a:spcBef>
        <a:spcAft>
          <a:spcPct val="0"/>
        </a:spcAft>
        <a:defRPr sz="4267" b="1" dirty="0">
          <a:solidFill>
            <a:schemeClr val="accent1"/>
          </a:solidFill>
          <a:latin typeface="Arial Black"/>
        </a:defRPr>
      </a:lvl3pPr>
      <a:lvl4pPr rtl="0" algn="l" fontAlgn="base">
        <a:lnSpc>
          <a:spcPct val="80000"/>
        </a:lnSpc>
        <a:spcBef>
          <a:spcPct val="0"/>
        </a:spcBef>
        <a:spcAft>
          <a:spcPct val="0"/>
        </a:spcAft>
        <a:defRPr sz="4267" b="1" dirty="0">
          <a:solidFill>
            <a:schemeClr val="accent1"/>
          </a:solidFill>
          <a:latin typeface="Arial Black"/>
        </a:defRPr>
      </a:lvl4pPr>
      <a:lvl5pPr rtl="0" algn="l" fontAlgn="base">
        <a:lnSpc>
          <a:spcPct val="80000"/>
        </a:lnSpc>
        <a:spcBef>
          <a:spcPct val="0"/>
        </a:spcBef>
        <a:spcAft>
          <a:spcPct val="0"/>
        </a:spcAft>
        <a:defRPr sz="4267" b="1" dirty="0">
          <a:solidFill>
            <a:schemeClr val="accent1"/>
          </a:solidFill>
          <a:latin typeface="Arial Black"/>
        </a:defRPr>
      </a:lvl5pPr>
      <a:lvl6pPr marL="609585" rtl="0" algn="l" fontAlgn="base">
        <a:lnSpc>
          <a:spcPct val="70000"/>
        </a:lnSpc>
        <a:spcBef>
          <a:spcPct val="0"/>
        </a:spcBef>
        <a:spcAft>
          <a:spcPct val="0"/>
        </a:spcAft>
        <a:defRPr sz="5867" b="1" dirty="0">
          <a:solidFill>
            <a:schemeClr val="accent1"/>
          </a:solidFill>
          <a:latin typeface="Arial Black"/>
        </a:defRPr>
      </a:lvl6pPr>
      <a:lvl7pPr marL="1219170" rtl="0" algn="l" fontAlgn="base">
        <a:lnSpc>
          <a:spcPct val="70000"/>
        </a:lnSpc>
        <a:spcBef>
          <a:spcPct val="0"/>
        </a:spcBef>
        <a:spcAft>
          <a:spcPct val="0"/>
        </a:spcAft>
        <a:defRPr sz="5867" b="1" dirty="0">
          <a:solidFill>
            <a:schemeClr val="accent1"/>
          </a:solidFill>
          <a:latin typeface="Arial Black"/>
        </a:defRPr>
      </a:lvl7pPr>
      <a:lvl8pPr marL="1828754" rtl="0" algn="l" fontAlgn="base">
        <a:lnSpc>
          <a:spcPct val="70000"/>
        </a:lnSpc>
        <a:spcBef>
          <a:spcPct val="0"/>
        </a:spcBef>
        <a:spcAft>
          <a:spcPct val="0"/>
        </a:spcAft>
        <a:defRPr sz="5867" b="1" dirty="0">
          <a:solidFill>
            <a:schemeClr val="accent1"/>
          </a:solidFill>
          <a:latin typeface="Arial Black"/>
        </a:defRPr>
      </a:lvl8pPr>
      <a:lvl9pPr marL="2438339" rtl="0" algn="l" fontAlgn="base">
        <a:lnSpc>
          <a:spcPct val="70000"/>
        </a:lnSpc>
        <a:spcBef>
          <a:spcPct val="0"/>
        </a:spcBef>
        <a:spcAft>
          <a:spcPct val="0"/>
        </a:spcAft>
        <a:defRPr sz="5867" b="1" dirty="0">
          <a:solidFill>
            <a:schemeClr val="accent1"/>
          </a:solidFill>
          <a:latin typeface="Arial Black"/>
        </a:defRPr>
      </a:lvl9pPr>
    </p:titleStyle>
    <p:bodyStyle>
      <a:lvl1pPr marL="304792" indent="-304792" rtl="0" algn="l" fontAlgn="base">
        <a:lnSpc>
          <a:spcPct val="100000"/>
        </a:lnSpc>
        <a:spcBef>
          <a:spcPts val="1600"/>
        </a:spcBef>
        <a:spcAft>
          <a:spcPts val="0"/>
        </a:spcAft>
        <a:buClr>
          <a:srgbClr val="AAAAAA"/>
        </a:buClr>
        <a:buFont typeface="Arial"/>
        <a:buChar char="•"/>
        <a:defRPr sz="1867" dirty="0">
          <a:solidFill>
            <a:srgbClr val="000000"/>
          </a:solidFill>
          <a:latin typeface="+mj-lt"/>
          <a:ea typeface="Museo Sans For Dell"/>
        </a:defRPr>
      </a:lvl1pPr>
      <a:lvl2pPr marL="766214" indent="-311143" rtl="0" algn="l" fontAlgn="base">
        <a:lnSpc>
          <a:spcPct val="100000"/>
        </a:lnSpc>
        <a:spcBef>
          <a:spcPts val="400"/>
        </a:spcBef>
        <a:spcAft>
          <a:spcPts val="0"/>
        </a:spcAft>
        <a:buClr>
          <a:srgbClr val="AAAAAA"/>
        </a:buClr>
        <a:buFont typeface="Museo Sans For Dell"/>
        <a:buChar char="–"/>
        <a:defRPr sz="1600" dirty="0">
          <a:solidFill>
            <a:srgbClr val="000000"/>
          </a:solidFill>
          <a:latin typeface="+mj-lt"/>
          <a:ea typeface="Museo Sans For Dell"/>
        </a:defRPr>
      </a:lvl2pPr>
      <a:lvl3pPr marL="1212820" indent="-294210" rtl="0" algn="l" fontAlgn="base">
        <a:lnSpc>
          <a:spcPct val="100000"/>
        </a:lnSpc>
        <a:spcBef>
          <a:spcPts val="400"/>
        </a:spcBef>
        <a:spcAft>
          <a:spcPts val="0"/>
        </a:spcAft>
        <a:buClr>
          <a:srgbClr val="AAAAAA"/>
        </a:buClr>
        <a:buFont typeface="Museo Sans For Dell"/>
        <a:buChar char="›"/>
        <a:defRPr sz="1333" dirty="0">
          <a:solidFill>
            <a:srgbClr val="000000"/>
          </a:solidFill>
          <a:latin typeface="+mj-lt"/>
          <a:ea typeface="Museo Sans For Dell"/>
        </a:defRPr>
      </a:lvl3pPr>
      <a:lvl4pPr marL="1661542" indent="-296326" rtl="0" algn="l" fontAlgn="base">
        <a:lnSpc>
          <a:spcPct val="90000"/>
        </a:lnSpc>
        <a:spcBef>
          <a:spcPts val="400"/>
        </a:spcBef>
        <a:spcAft>
          <a:spcPts val="0"/>
        </a:spcAft>
        <a:buClr>
          <a:srgbClr val="AAAAAA"/>
        </a:buClr>
        <a:buFont typeface="Courier New"/>
        <a:buChar char="o"/>
        <a:defRPr sz="1333" dirty="0">
          <a:solidFill>
            <a:srgbClr val="000000"/>
          </a:solidFill>
          <a:latin typeface="+mj-lt"/>
          <a:ea typeface="Museo Sans For Dell"/>
        </a:defRPr>
      </a:lvl4pPr>
      <a:lvl5pPr marL="2144130" indent="-315376" rtl="0" algn="l" fontAlgn="base">
        <a:lnSpc>
          <a:spcPct val="90000"/>
        </a:lnSpc>
        <a:spcBef>
          <a:spcPts val="1067"/>
        </a:spcBef>
        <a:spcAft>
          <a:spcPct val="0"/>
        </a:spcAft>
        <a:buClr>
          <a:schemeClr val="bg1"/>
        </a:buClr>
        <a:buFont typeface="Museo For Dell 300"/>
        <a:buChar char="–"/>
        <a:defRPr sz="2400" dirty="0">
          <a:solidFill>
            <a:schemeClr val="bg2"/>
          </a:solidFill>
          <a:latin typeface="Museo Sans For Dell"/>
          <a:ea typeface="Museo Sans For Dell"/>
        </a:defRPr>
      </a:lvl5pPr>
      <a:lvl6pPr marL="2753715" indent="-315376" rtl="0" algn="l" fontAlgn="base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/>
        <a:buChar char="–"/>
        <a:defRPr sz="2133" dirty="0">
          <a:solidFill>
            <a:schemeClr val="accent1"/>
          </a:solidFill>
          <a:latin typeface="+mn-lt"/>
        </a:defRPr>
      </a:lvl6pPr>
      <a:lvl7pPr marL="3363300" indent="-315376" rtl="0" algn="l" fontAlgn="base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/>
        <a:buChar char="–"/>
        <a:defRPr sz="2133" dirty="0">
          <a:solidFill>
            <a:schemeClr val="accent1"/>
          </a:solidFill>
          <a:latin typeface="+mn-lt"/>
        </a:defRPr>
      </a:lvl7pPr>
      <a:lvl8pPr marL="3972885" indent="-315376" rtl="0" algn="l" fontAlgn="base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/>
        <a:buChar char="–"/>
        <a:defRPr sz="2133" dirty="0">
          <a:solidFill>
            <a:schemeClr val="accent1"/>
          </a:solidFill>
          <a:latin typeface="+mn-lt"/>
        </a:defRPr>
      </a:lvl8pPr>
      <a:lvl9pPr marL="4582469" indent="-315376" rtl="0" algn="l" fontAlgn="base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/>
        <a:buChar char="–"/>
        <a:defRPr sz="2133" dirty="0">
          <a:solidFill>
            <a:schemeClr val="accent1"/>
          </a:solidFill>
          <a:latin typeface="+mn-lt"/>
        </a:defRPr>
      </a:lvl9pPr>
    </p:bodyStyle>
    <p:otherStyle>
      <a:defPPr defTabSz="1219170">
        <a:defRPr lang="en-US" dirty="0"/>
      </a:defPPr>
      <a:lvl1pPr marL="0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1pPr>
      <a:lvl2pPr marL="609585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2pPr>
      <a:lvl3pPr marL="1219170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3pPr>
      <a:lvl4pPr marL="1828754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4pPr>
      <a:lvl5pPr marL="2438339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5pPr>
      <a:lvl6pPr marL="3047924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6pPr>
      <a:lvl7pPr marL="3657509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7pPr>
      <a:lvl8pPr marL="4267093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8pPr>
      <a:lvl9pPr marL="4876678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688">
          <p15:clr>
            <a:srgbClr val="F26B43"/>
          </p15:clr>
        </p15:guide>
        <p15:guide id="5" pos="832">
          <p15:clr>
            <a:srgbClr val="F26B43"/>
          </p15:clr>
        </p15:guide>
        <p15:guide id="6" pos="1304">
          <p15:clr>
            <a:srgbClr val="F26B43"/>
          </p15:clr>
        </p15:guide>
        <p15:guide id="7" pos="1448">
          <p15:clr>
            <a:srgbClr val="F26B43"/>
          </p15:clr>
        </p15:guide>
        <p15:guide id="8" pos="1920">
          <p15:clr>
            <a:srgbClr val="F26B43"/>
          </p15:clr>
        </p15:guide>
        <p15:guide id="9" pos="2064">
          <p15:clr>
            <a:srgbClr val="F26B43"/>
          </p15:clr>
        </p15:guide>
        <p15:guide id="10" pos="2536">
          <p15:clr>
            <a:srgbClr val="F26B43"/>
          </p15:clr>
        </p15:guide>
        <p15:guide id="11" pos="2680">
          <p15:clr>
            <a:srgbClr val="F26B43"/>
          </p15:clr>
        </p15:guide>
        <p15:guide id="12" pos="3152">
          <p15:clr>
            <a:srgbClr val="F26B43"/>
          </p15:clr>
        </p15:guide>
        <p15:guide id="13" pos="3296">
          <p15:clr>
            <a:srgbClr val="F26B43"/>
          </p15:clr>
        </p15:guide>
        <p15:guide id="14" pos="3768">
          <p15:clr>
            <a:srgbClr val="F26B43"/>
          </p15:clr>
        </p15:guide>
        <p15:guide id="15" pos="3912">
          <p15:clr>
            <a:srgbClr val="F26B43"/>
          </p15:clr>
        </p15:guide>
        <p15:guide id="16" pos="4384">
          <p15:clr>
            <a:srgbClr val="F26B43"/>
          </p15:clr>
        </p15:guide>
        <p15:guide id="17" pos="4536">
          <p15:clr>
            <a:srgbClr val="F26B43"/>
          </p15:clr>
        </p15:guide>
        <p15:guide id="18" pos="5000">
          <p15:clr>
            <a:srgbClr val="F26B43"/>
          </p15:clr>
        </p15:guide>
        <p15:guide id="19" pos="5144">
          <p15:clr>
            <a:srgbClr val="F26B43"/>
          </p15:clr>
        </p15:guide>
        <p15:guide id="20" pos="5616">
          <p15:clr>
            <a:srgbClr val="F26B43"/>
          </p15:clr>
        </p15:guide>
        <p15:guide id="21" pos="5760">
          <p15:clr>
            <a:srgbClr val="F26B43"/>
          </p15:clr>
        </p15:guide>
        <p15:guide id="22" pos="6232">
          <p15:clr>
            <a:srgbClr val="F26B43"/>
          </p15:clr>
        </p15:guide>
        <p15:guide id="23" pos="6376">
          <p15:clr>
            <a:srgbClr val="F26B43"/>
          </p15:clr>
        </p15:guide>
        <p15:guide id="24" pos="6848">
          <p15:clr>
            <a:srgbClr val="F26B43"/>
          </p15:clr>
        </p15:guide>
        <p15:guide id="25" pos="6992">
          <p15:clr>
            <a:srgbClr val="F26B43"/>
          </p15:clr>
        </p15:guide>
        <p15:guide id="26" pos="7464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432">
          <p15:clr>
            <a:srgbClr val="F26B43"/>
          </p15:clr>
        </p15:guide>
        <p15:guide id="30" orient="horz" pos="388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SIPCMContentMarking" descr="{&quot;HashCode&quot;:-1912962988,&quot;Placement&quot;:&quot;Footer&quot;}"/>
          <p:cNvSpPr txBox="1">
            <a:spLocks noChangeArrowheads="1"/>
          </p:cNvSpPr>
          <p:nvPr userDrawn="1"/>
        </p:nvSpPr>
        <p:spPr bwMode="white">
          <a:xfrm>
            <a:off x="784679" y="6620096"/>
            <a:ext cx="1185008" cy="211073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lIns="0" tIns="0" rIns="0" bIns="0" anchor="ctr" anchorCtr="1" wrap="square">
            <a:spAutoFit/>
          </a:bodyPr>
          <a:lstStyle/>
          <a:p>
            <a:pPr algn="l" defTabSz="91440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US" sz="700" dirty="0">
                <a:solidFill>
                  <a:srgbClr val="7F7F7F"/>
                </a:solidFill>
                <a:latin typeface="Calibri"/>
              </a:rPr>
              <a:t>Internal Use - Confidential</a:t>
            </a:r>
          </a:p>
        </p:txBody>
      </p:sp>
      <p:sp>
        <p:nvSpPr>
          <p:cNvPr id="16" name="TextBox 15" hidden="1"/>
          <p:cNvSpPr txBox="1">
            <a:spLocks noChangeArrowheads="1"/>
          </p:cNvSpPr>
          <p:nvPr userDrawn="1"/>
        </p:nvSpPr>
        <p:spPr bwMode="white">
          <a:xfrm>
            <a:off x="2527302" y="6433773"/>
            <a:ext cx="866049" cy="166199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lIns="0" tIns="0" rIns="0" bIns="0" anchor="ctr" wrap="square">
            <a:spAutoFit/>
          </a:bodyPr>
          <a:lstStyle/>
          <a:p>
            <a:pPr fontAlgn="base" defTabSz="914400">
              <a:lnSpc>
                <a:spcPct val="90000"/>
              </a:lnSpc>
              <a:spcBef>
                <a:spcPts val="800"/>
              </a:spcBef>
              <a:buClr>
                <a:srgbClr val="007DB8"/>
              </a:buClr>
            </a:pPr>
            <a:fld id="{E00CF047-7350-4707-AA1A-E56FA69586CC}" type="datetime1">
              <a:rPr lang="en-US" sz="12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5/18/2026</a:t>
            </a:fld>
            <a:endParaRPr lang="en-US" sz="12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13" name="TextBox 12" hidden="1"/>
          <p:cNvSpPr txBox="1">
            <a:spLocks noChangeArrowheads="1"/>
          </p:cNvSpPr>
          <p:nvPr userDrawn="1"/>
        </p:nvSpPr>
        <p:spPr bwMode="white">
          <a:xfrm>
            <a:off x="2527302" y="6433773"/>
            <a:ext cx="866049" cy="166199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lIns="0" tIns="0" rIns="0" bIns="0" anchor="ctr" wrap="square">
            <a:spAutoFit/>
          </a:bodyPr>
          <a:lstStyle/>
          <a:p>
            <a:pPr fontAlgn="base" defTabSz="914400">
              <a:lnSpc>
                <a:spcPct val="90000"/>
              </a:lnSpc>
              <a:spcBef>
                <a:spcPts val="800"/>
              </a:spcBef>
              <a:buClr>
                <a:srgbClr val="007DB8"/>
              </a:buClr>
            </a:pPr>
            <a:fld id="{E00CF047-7350-4707-AA1A-E56FA69586CC}" type="datetime1">
              <a:rPr lang="en-US" sz="12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5/18/2026</a:t>
            </a:fld>
            <a:endParaRPr lang="en-US" sz="12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white">
          <a:xfrm>
            <a:off x="5959762" y="6498463"/>
            <a:ext cx="353568" cy="118872"/>
          </a:xfrm>
          <a:prstGeom prst="rect">
            <a:avLst/>
          </a:prstGeom>
          <a:ln>
            <a:headEnd type="none"/>
            <a:tailEnd type="none"/>
          </a:ln>
        </p:spPr>
        <p:txBody>
          <a:bodyPr lIns="0" tIns="0" rIns="0" bIns="0" anchor="ctr" wrap="square">
            <a:noAutofit/>
          </a:bodyPr>
          <a:lstStyle/>
          <a:p>
            <a:pPr fontAlgn="base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7DB8"/>
              </a:buClr>
            </a:pPr>
            <a:endParaRPr lang="en-US" sz="1200" dirty="0" err="1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white">
          <a:xfrm>
            <a:off x="5959762" y="6498463"/>
            <a:ext cx="353568" cy="118872"/>
          </a:xfrm>
          <a:prstGeom prst="rect">
            <a:avLst/>
          </a:prstGeom>
          <a:ln>
            <a:headEnd type="none"/>
            <a:tailEnd type="none"/>
          </a:ln>
        </p:spPr>
        <p:txBody>
          <a:bodyPr lIns="0" tIns="0" rIns="0" bIns="0" anchor="ctr" wrap="square">
            <a:noAutofit/>
          </a:bodyPr>
          <a:lstStyle/>
          <a:p>
            <a:pPr fontAlgn="base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7DB8"/>
              </a:buClr>
            </a:pPr>
            <a:endParaRPr lang="en-US" sz="1200" dirty="0" err="1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 userDrawn="1"/>
        </p:nvSpPr>
        <p:spPr bwMode="white">
          <a:xfrm>
            <a:off x="607895" y="6521417"/>
            <a:ext cx="353568" cy="118872"/>
          </a:xfrm>
          <a:prstGeom prst="rect">
            <a:avLst/>
          </a:prstGeom>
          <a:ln>
            <a:headEnd type="none"/>
            <a:tailEnd type="none"/>
          </a:ln>
        </p:spPr>
        <p:txBody>
          <a:bodyPr lIns="0" tIns="0" rIns="0" bIns="0" anchor="ctr" wrap="square">
            <a:noAutofit/>
          </a:bodyPr>
          <a:lstStyle/>
          <a:p>
            <a:pPr algn="l" fontAlgn="base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7DB8"/>
              </a:buClr>
            </a:pPr>
            <a:fld id="{58EC7406-F4CC-4ABF-902E-2AF4E70E5C0F}" type="slidenum">
              <a:rPr lang="en-US" sz="1200" dirty="0">
                <a:solidFill>
                  <a:srgbClr val="777F8E"/>
                </a:solidFill>
              </a:rPr>
              <a:t>‹#›</a:t>
            </a:fld>
            <a:endParaRPr lang="en-US" sz="1200" dirty="0">
              <a:solidFill>
                <a:srgbClr val="777F8E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lum/>
          </a:blip>
          <a:srcRect/>
          <a:stretch>
            <a:fillRect/>
          </a:stretch>
        </p:blipFill>
        <p:spPr bwMode="white">
          <a:xfrm>
            <a:off x="10123934" y="6361748"/>
            <a:ext cx="1645730" cy="511174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lvl1pPr rtl="0" algn="l" fontAlgn="base">
        <a:lnSpc>
          <a:spcPct val="90000"/>
        </a:lnSpc>
        <a:spcBef>
          <a:spcPct val="0"/>
        </a:spcBef>
        <a:spcAft>
          <a:spcPct val="0"/>
        </a:spcAft>
        <a:defRPr sz="3733" b="0" dirty="0">
          <a:solidFill>
            <a:schemeClr val="bg1"/>
          </a:solidFill>
          <a:latin typeface="+mj-lt"/>
          <a:ea typeface="Museo Sans For Dell"/>
        </a:defRPr>
      </a:lvl1pPr>
      <a:lvl2pPr rtl="0" algn="l" fontAlgn="base">
        <a:lnSpc>
          <a:spcPct val="80000"/>
        </a:lnSpc>
        <a:spcBef>
          <a:spcPct val="0"/>
        </a:spcBef>
        <a:spcAft>
          <a:spcPct val="0"/>
        </a:spcAft>
        <a:defRPr sz="4267" b="1" dirty="0">
          <a:solidFill>
            <a:schemeClr val="accent1"/>
          </a:solidFill>
          <a:latin typeface="Arial Black"/>
        </a:defRPr>
      </a:lvl2pPr>
      <a:lvl3pPr rtl="0" algn="l" fontAlgn="base">
        <a:lnSpc>
          <a:spcPct val="80000"/>
        </a:lnSpc>
        <a:spcBef>
          <a:spcPct val="0"/>
        </a:spcBef>
        <a:spcAft>
          <a:spcPct val="0"/>
        </a:spcAft>
        <a:defRPr sz="4267" b="1" dirty="0">
          <a:solidFill>
            <a:schemeClr val="accent1"/>
          </a:solidFill>
          <a:latin typeface="Arial Black"/>
        </a:defRPr>
      </a:lvl3pPr>
      <a:lvl4pPr rtl="0" algn="l" fontAlgn="base">
        <a:lnSpc>
          <a:spcPct val="80000"/>
        </a:lnSpc>
        <a:spcBef>
          <a:spcPct val="0"/>
        </a:spcBef>
        <a:spcAft>
          <a:spcPct val="0"/>
        </a:spcAft>
        <a:defRPr sz="4267" b="1" dirty="0">
          <a:solidFill>
            <a:schemeClr val="accent1"/>
          </a:solidFill>
          <a:latin typeface="Arial Black"/>
        </a:defRPr>
      </a:lvl4pPr>
      <a:lvl5pPr rtl="0" algn="l" fontAlgn="base">
        <a:lnSpc>
          <a:spcPct val="80000"/>
        </a:lnSpc>
        <a:spcBef>
          <a:spcPct val="0"/>
        </a:spcBef>
        <a:spcAft>
          <a:spcPct val="0"/>
        </a:spcAft>
        <a:defRPr sz="4267" b="1" dirty="0">
          <a:solidFill>
            <a:schemeClr val="accent1"/>
          </a:solidFill>
          <a:latin typeface="Arial Black"/>
        </a:defRPr>
      </a:lvl5pPr>
      <a:lvl6pPr marL="609585" rtl="0" algn="l" fontAlgn="base">
        <a:lnSpc>
          <a:spcPct val="70000"/>
        </a:lnSpc>
        <a:spcBef>
          <a:spcPct val="0"/>
        </a:spcBef>
        <a:spcAft>
          <a:spcPct val="0"/>
        </a:spcAft>
        <a:defRPr sz="5867" b="1" dirty="0">
          <a:solidFill>
            <a:schemeClr val="accent1"/>
          </a:solidFill>
          <a:latin typeface="Arial Black"/>
        </a:defRPr>
      </a:lvl6pPr>
      <a:lvl7pPr marL="1219170" rtl="0" algn="l" fontAlgn="base">
        <a:lnSpc>
          <a:spcPct val="70000"/>
        </a:lnSpc>
        <a:spcBef>
          <a:spcPct val="0"/>
        </a:spcBef>
        <a:spcAft>
          <a:spcPct val="0"/>
        </a:spcAft>
        <a:defRPr sz="5867" b="1" dirty="0">
          <a:solidFill>
            <a:schemeClr val="accent1"/>
          </a:solidFill>
          <a:latin typeface="Arial Black"/>
        </a:defRPr>
      </a:lvl7pPr>
      <a:lvl8pPr marL="1828754" rtl="0" algn="l" fontAlgn="base">
        <a:lnSpc>
          <a:spcPct val="70000"/>
        </a:lnSpc>
        <a:spcBef>
          <a:spcPct val="0"/>
        </a:spcBef>
        <a:spcAft>
          <a:spcPct val="0"/>
        </a:spcAft>
        <a:defRPr sz="5867" b="1" dirty="0">
          <a:solidFill>
            <a:schemeClr val="accent1"/>
          </a:solidFill>
          <a:latin typeface="Arial Black"/>
        </a:defRPr>
      </a:lvl8pPr>
      <a:lvl9pPr marL="2438339" rtl="0" algn="l" fontAlgn="base">
        <a:lnSpc>
          <a:spcPct val="70000"/>
        </a:lnSpc>
        <a:spcBef>
          <a:spcPct val="0"/>
        </a:spcBef>
        <a:spcAft>
          <a:spcPct val="0"/>
        </a:spcAft>
        <a:defRPr sz="5867" b="1" dirty="0">
          <a:solidFill>
            <a:schemeClr val="accent1"/>
          </a:solidFill>
          <a:latin typeface="Arial Black"/>
        </a:defRPr>
      </a:lvl9pPr>
    </p:titleStyle>
    <p:bodyStyle>
      <a:lvl1pPr marL="304792" indent="-304792" rtl="0" algn="l" fontAlgn="base">
        <a:lnSpc>
          <a:spcPct val="100000"/>
        </a:lnSpc>
        <a:spcBef>
          <a:spcPts val="1600"/>
        </a:spcBef>
        <a:spcAft>
          <a:spcPts val="0"/>
        </a:spcAft>
        <a:buClr>
          <a:srgbClr val="AAAAAA"/>
        </a:buClr>
        <a:buFont typeface="Arial"/>
        <a:buChar char="•"/>
        <a:defRPr sz="1867" dirty="0">
          <a:solidFill>
            <a:srgbClr val="000000"/>
          </a:solidFill>
          <a:latin typeface="+mj-lt"/>
          <a:ea typeface="Museo Sans For Dell"/>
        </a:defRPr>
      </a:lvl1pPr>
      <a:lvl2pPr marL="766214" indent="-311143" rtl="0" algn="l" fontAlgn="base">
        <a:lnSpc>
          <a:spcPct val="100000"/>
        </a:lnSpc>
        <a:spcBef>
          <a:spcPts val="400"/>
        </a:spcBef>
        <a:spcAft>
          <a:spcPts val="0"/>
        </a:spcAft>
        <a:buClr>
          <a:srgbClr val="AAAAAA"/>
        </a:buClr>
        <a:buFont typeface="Museo Sans For Dell"/>
        <a:buChar char="–"/>
        <a:defRPr sz="1600" dirty="0">
          <a:solidFill>
            <a:srgbClr val="000000"/>
          </a:solidFill>
          <a:latin typeface="+mj-lt"/>
          <a:ea typeface="Museo Sans For Dell"/>
        </a:defRPr>
      </a:lvl2pPr>
      <a:lvl3pPr marL="1212820" indent="-294210" rtl="0" algn="l" fontAlgn="base">
        <a:lnSpc>
          <a:spcPct val="100000"/>
        </a:lnSpc>
        <a:spcBef>
          <a:spcPts val="400"/>
        </a:spcBef>
        <a:spcAft>
          <a:spcPts val="0"/>
        </a:spcAft>
        <a:buClr>
          <a:srgbClr val="AAAAAA"/>
        </a:buClr>
        <a:buFont typeface="Museo Sans For Dell"/>
        <a:buChar char="›"/>
        <a:defRPr sz="1333" dirty="0">
          <a:solidFill>
            <a:srgbClr val="000000"/>
          </a:solidFill>
          <a:latin typeface="+mj-lt"/>
          <a:ea typeface="Museo Sans For Dell"/>
        </a:defRPr>
      </a:lvl3pPr>
      <a:lvl4pPr marL="1661542" indent="-296326" rtl="0" algn="l" fontAlgn="base">
        <a:lnSpc>
          <a:spcPct val="90000"/>
        </a:lnSpc>
        <a:spcBef>
          <a:spcPts val="400"/>
        </a:spcBef>
        <a:spcAft>
          <a:spcPts val="0"/>
        </a:spcAft>
        <a:buClr>
          <a:srgbClr val="AAAAAA"/>
        </a:buClr>
        <a:buFont typeface="Courier New"/>
        <a:buChar char="o"/>
        <a:defRPr sz="1333" dirty="0">
          <a:solidFill>
            <a:srgbClr val="000000"/>
          </a:solidFill>
          <a:latin typeface="+mj-lt"/>
          <a:ea typeface="Museo Sans For Dell"/>
        </a:defRPr>
      </a:lvl4pPr>
      <a:lvl5pPr marL="2144130" indent="-315376" rtl="0" algn="l" fontAlgn="base">
        <a:lnSpc>
          <a:spcPct val="90000"/>
        </a:lnSpc>
        <a:spcBef>
          <a:spcPts val="1067"/>
        </a:spcBef>
        <a:spcAft>
          <a:spcPct val="0"/>
        </a:spcAft>
        <a:buClr>
          <a:schemeClr val="bg1"/>
        </a:buClr>
        <a:buFont typeface="Museo For Dell 300"/>
        <a:buChar char="–"/>
        <a:defRPr sz="2400" dirty="0">
          <a:solidFill>
            <a:schemeClr val="bg2"/>
          </a:solidFill>
          <a:latin typeface="Museo Sans For Dell"/>
          <a:ea typeface="Museo Sans For Dell"/>
        </a:defRPr>
      </a:lvl5pPr>
      <a:lvl6pPr marL="2753715" indent="-315376" rtl="0" algn="l" fontAlgn="base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/>
        <a:buChar char="–"/>
        <a:defRPr sz="2133" dirty="0">
          <a:solidFill>
            <a:schemeClr val="accent1"/>
          </a:solidFill>
          <a:latin typeface="+mn-lt"/>
        </a:defRPr>
      </a:lvl6pPr>
      <a:lvl7pPr marL="3363300" indent="-315376" rtl="0" algn="l" fontAlgn="base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/>
        <a:buChar char="–"/>
        <a:defRPr sz="2133" dirty="0">
          <a:solidFill>
            <a:schemeClr val="accent1"/>
          </a:solidFill>
          <a:latin typeface="+mn-lt"/>
        </a:defRPr>
      </a:lvl7pPr>
      <a:lvl8pPr marL="3972885" indent="-315376" rtl="0" algn="l" fontAlgn="base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/>
        <a:buChar char="–"/>
        <a:defRPr sz="2133" dirty="0">
          <a:solidFill>
            <a:schemeClr val="accent1"/>
          </a:solidFill>
          <a:latin typeface="+mn-lt"/>
        </a:defRPr>
      </a:lvl8pPr>
      <a:lvl9pPr marL="4582469" indent="-315376" rtl="0" algn="l" fontAlgn="base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/>
        <a:buChar char="–"/>
        <a:defRPr sz="2133" dirty="0">
          <a:solidFill>
            <a:schemeClr val="accent1"/>
          </a:solidFill>
          <a:latin typeface="+mn-lt"/>
        </a:defRPr>
      </a:lvl9pPr>
    </p:bodyStyle>
    <p:otherStyle>
      <a:defPPr defTabSz="1219170">
        <a:defRPr lang="en-US" dirty="0"/>
      </a:defPPr>
      <a:lvl1pPr marL="0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1pPr>
      <a:lvl2pPr marL="609585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2pPr>
      <a:lvl3pPr marL="1219170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3pPr>
      <a:lvl4pPr marL="1828754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4pPr>
      <a:lvl5pPr marL="2438339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5pPr>
      <a:lvl6pPr marL="3047924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6pPr>
      <a:lvl7pPr marL="3657509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7pPr>
      <a:lvl8pPr marL="4267093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8pPr>
      <a:lvl9pPr marL="4876678" rtl="0" algn="l" defTabSz="1219170">
        <a:defRPr sz="2400" kern="1200" dirty="0">
          <a:solidFill>
            <a:schemeClr val="tx1"/>
          </a:solidFill>
          <a:latin typeface="+mn-lt"/>
          <a:ea typeface="+mn-ea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688">
          <p15:clr>
            <a:srgbClr val="F26B43"/>
          </p15:clr>
        </p15:guide>
        <p15:guide id="5" pos="832">
          <p15:clr>
            <a:srgbClr val="F26B43"/>
          </p15:clr>
        </p15:guide>
        <p15:guide id="6" pos="1304">
          <p15:clr>
            <a:srgbClr val="F26B43"/>
          </p15:clr>
        </p15:guide>
        <p15:guide id="7" pos="1448">
          <p15:clr>
            <a:srgbClr val="F26B43"/>
          </p15:clr>
        </p15:guide>
        <p15:guide id="8" pos="1920">
          <p15:clr>
            <a:srgbClr val="F26B43"/>
          </p15:clr>
        </p15:guide>
        <p15:guide id="9" pos="2064">
          <p15:clr>
            <a:srgbClr val="F26B43"/>
          </p15:clr>
        </p15:guide>
        <p15:guide id="10" pos="2536">
          <p15:clr>
            <a:srgbClr val="F26B43"/>
          </p15:clr>
        </p15:guide>
        <p15:guide id="11" pos="2680">
          <p15:clr>
            <a:srgbClr val="F26B43"/>
          </p15:clr>
        </p15:guide>
        <p15:guide id="12" pos="3152">
          <p15:clr>
            <a:srgbClr val="F26B43"/>
          </p15:clr>
        </p15:guide>
        <p15:guide id="13" pos="3296">
          <p15:clr>
            <a:srgbClr val="F26B43"/>
          </p15:clr>
        </p15:guide>
        <p15:guide id="14" pos="3768">
          <p15:clr>
            <a:srgbClr val="F26B43"/>
          </p15:clr>
        </p15:guide>
        <p15:guide id="15" pos="3912">
          <p15:clr>
            <a:srgbClr val="F26B43"/>
          </p15:clr>
        </p15:guide>
        <p15:guide id="16" pos="4384">
          <p15:clr>
            <a:srgbClr val="F26B43"/>
          </p15:clr>
        </p15:guide>
        <p15:guide id="17" pos="4536">
          <p15:clr>
            <a:srgbClr val="F26B43"/>
          </p15:clr>
        </p15:guide>
        <p15:guide id="18" pos="5000">
          <p15:clr>
            <a:srgbClr val="F26B43"/>
          </p15:clr>
        </p15:guide>
        <p15:guide id="19" pos="5144">
          <p15:clr>
            <a:srgbClr val="F26B43"/>
          </p15:clr>
        </p15:guide>
        <p15:guide id="20" pos="5616">
          <p15:clr>
            <a:srgbClr val="F26B43"/>
          </p15:clr>
        </p15:guide>
        <p15:guide id="21" pos="5760">
          <p15:clr>
            <a:srgbClr val="F26B43"/>
          </p15:clr>
        </p15:guide>
        <p15:guide id="22" pos="6232">
          <p15:clr>
            <a:srgbClr val="F26B43"/>
          </p15:clr>
        </p15:guide>
        <p15:guide id="23" pos="6376">
          <p15:clr>
            <a:srgbClr val="F26B43"/>
          </p15:clr>
        </p15:guide>
        <p15:guide id="24" pos="6848">
          <p15:clr>
            <a:srgbClr val="F26B43"/>
          </p15:clr>
        </p15:guide>
        <p15:guide id="25" pos="6992">
          <p15:clr>
            <a:srgbClr val="F26B43"/>
          </p15:clr>
        </p15:guide>
        <p15:guide id="26" pos="7464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432">
          <p15:clr>
            <a:srgbClr val="F26B43"/>
          </p15:clr>
        </p15:guide>
        <p15:guide id="30" orient="horz" pos="3888">
          <p15:clr>
            <a:srgbClr val="F26B43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2.xml" /><Relationship Id="rId11" Type="http://schemas.openxmlformats.org/officeDocument/2006/relationships/image" Target="../media/image3.png" /><Relationship Id="rId12" Type="http://schemas.openxmlformats.org/officeDocument/2006/relationships/image" Target="../media/image4.svg" /><Relationship Id="rId13" Type="http://schemas.openxmlformats.org/officeDocument/2006/relationships/image" Target="../media/image5.png" /><Relationship Id="rId14" Type="http://schemas.openxmlformats.org/officeDocument/2006/relationships/image" Target="../media/image6.svg" /><Relationship Id="rId15" Type="http://schemas.openxmlformats.org/officeDocument/2006/relationships/image" Target="../media/image7.png" /><Relationship Id="rId16" Type="http://schemas.openxmlformats.org/officeDocument/2006/relationships/image" Target="../media/image8.svg" /><Relationship Id="rId17" Type="http://schemas.openxmlformats.org/officeDocument/2006/relationships/image" Target="../media/image9.png" /><Relationship Id="rId18" Type="http://schemas.openxmlformats.org/officeDocument/2006/relationships/image" Target="../media/image10.svg" /></Relationships>
</file>

<file path=ppt/slides/_rels/slide2.xml.rels>&#65279;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3.xml" /><Relationship Id="rId3" Type="http://schemas.openxmlformats.org/officeDocument/2006/relationships/chart" Target="../charts/chart1.xml" /></Relationships>
</file>

<file path=ppt/slides/_rels/slide3.xml.rels>&#65279;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4.xml" /><Relationship Id="rId5" Type="http://schemas.openxmlformats.org/officeDocument/2006/relationships/image" Target="../media/image11.png" /><Relationship Id="rId6" Type="http://schemas.openxmlformats.org/officeDocument/2006/relationships/image" Target="../media/image12.svg" /><Relationship Id="rId7" Type="http://schemas.openxmlformats.org/officeDocument/2006/relationships/chart" Target="../charts/char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/>
          <p:cNvPicPr>
            <a:picLocks noChangeAspect="1"/>
          </p:cNvPicPr>
          <p:nvPr/>
        </p:nvPicPr>
        <p:blipFill>
          <a:blip r:embed="rId11">
            <a:lum/>
            <a:extLst>
              <a:ext uri="{28A0092B-C50C-407E-A947-70E740481C1C}">
                <a14:useLocalDpi xmlns:a14="http://schemas.microsoft.com/office/drawing/2016/SVG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6766" y="0"/>
            <a:ext cx="12178468" cy="68580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2" name="Graphic 11"/>
          <p:cNvPicPr>
            <a:picLocks noChangeAspect="1"/>
          </p:cNvPicPr>
          <p:nvPr/>
        </p:nvPicPr>
        <p:blipFill>
          <a:blip r:embed="rId13">
            <a:lum/>
            <a:extLst>
              <a:ext uri="{28A0092B-C50C-407E-A947-70E740481C1C}">
                <a14:useLocalDpi xmlns:a14="http://schemas.microsoft.com/office/drawing/2016/SVG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4387407" y="0"/>
            <a:ext cx="7792641" cy="68580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" name="Graphic 8"/>
          <p:cNvPicPr>
            <a:picLocks noChangeAspect="1"/>
          </p:cNvPicPr>
          <p:nvPr/>
        </p:nvPicPr>
        <p:blipFill>
          <a:blip r:embed="rId15">
            <a:lum/>
            <a:extLst>
              <a:ext uri="{28A0092B-C50C-407E-A947-70E740481C1C}">
                <a14:useLocalDpi xmlns:a14="http://schemas.microsoft.com/office/drawing/2016/SVG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4968240" y="0"/>
            <a:ext cx="7223760" cy="68580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" name="Graphic 2"/>
          <p:cNvPicPr>
            <a:picLocks noChangeAspect="1"/>
          </p:cNvPicPr>
          <p:nvPr/>
        </p:nvPicPr>
        <p:blipFill>
          <a:blip r:embed="rId17">
            <a:lum/>
            <a:extLst>
              <a:ext uri="{28A0092B-C50C-407E-A947-70E740481C1C}">
                <a14:useLocalDpi xmlns:a14="http://schemas.microsoft.com/office/drawing/2016/SVG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1093973" y="887436"/>
            <a:ext cx="2286000" cy="42862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3" name="@Model.Title.MainTitle"/>
          <p:cNvSpPr txBox="1">
            <a:spLocks noChangeArrowheads="1"/>
          </p:cNvSpPr>
          <p:nvPr/>
        </p:nvSpPr>
        <p:spPr bwMode="white">
          <a:xfrm>
            <a:off x="1093973" y="1421823"/>
            <a:ext cx="7223760" cy="921749"/>
          </a:xfrm>
          <a:prstGeom prst="rect">
            <a:avLst/>
          </a:prstGeom>
          <a:noFill/>
          <a:ln w="9525">
            <a:noFill/>
            <a:miter/>
            <a:headEnd type="none"/>
            <a:tailEnd type="none"/>
          </a:ln>
        </p:spPr>
        <p:txBody>
          <a:bodyPr lIns="91440" tIns="45720" rIns="91440" bIns="45720" anchor="t" wrap="square">
            <a:noAutofit/>
          </a:bodyPr>
          <a:lstStyle>
            <a:defPPr defTabSz="914400">
              <a:defRPr lang="en-US" dirty="0"/>
            </a:defPPr>
            <a:lvl1pPr defTabSz="9144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2600" b="1" dirty="0">
                <a:solidFill>
                  <a:srgbClr val="566072"/>
                </a:solidFill>
                <a:effectLst/>
                <a:latin typeface="Calibri"/>
                <a:ea typeface="Calibri"/>
              </a:defRPr>
            </a:lvl1pPr>
          </a:lstStyle>
          <a:p>
            <a:pPr defTabSz="914400">
              <a:lnSpc>
                <a:spcPct val="100000"/>
              </a:lnSpc>
            </a:pPr>
            <a:r>
              <a:rPr lang="en-US" sz="4800" dirty="0">
                <a:latin typeface="+mj-lt"/>
              </a:rPr>
              <a:t>AWS</a:t>
            </a:r>
            <a:endParaRPr lang="en-US" sz="2000" b="0" dirty="0">
              <a:latin typeface="+mj-lt"/>
            </a:endParaRPr>
          </a:p>
        </p:txBody>
      </p:sp>
      <p:sp>
        <p:nvSpPr>
          <p:cNvPr id="2" name="@Model.Title.SubTitle"/>
          <p:cNvSpPr>
            <a:spLocks/>
          </p:cNvSpPr>
          <p:nvPr/>
        </p:nvSpPr>
        <p:spPr bwMode="white">
          <a:xfrm>
            <a:off x="1093973" y="2203497"/>
            <a:ext cx="2693623" cy="400110"/>
          </a:xfrm>
          <a:prstGeom prst="rect">
            <a:avLst/>
          </a:prstGeom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dirty="0">
                <a:latin typeface="+mj-lt"/>
              </a:rPr>
              <a:t>AWS Environment Data Summary</a:t>
            </a:r>
            <a:endParaRPr lang="en-US" sz="2000" dirty="0">
              <a:latin typeface="+mj-lt"/>
            </a:endParaRPr>
          </a:p>
        </p:txBody>
      </p:sp>
      <p:sp>
        <p:nvSpPr>
          <p:cNvPr id="11" name="@Model.Title.ProjectName"/>
          <p:cNvSpPr>
            <a:spLocks/>
          </p:cNvSpPr>
          <p:nvPr/>
        </p:nvSpPr>
        <p:spPr bwMode="white">
          <a:xfrm>
            <a:off x="2440784" y="2836319"/>
            <a:ext cx="4748520" cy="40011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lang="en-US" sz="2000" kern="0" baseline="30000" dirty="0">
                <a:solidFill>
                  <a:schemeClr val="tx2"/>
                </a:solidFill>
              </a:rPr>
              <a:t>WMHS 48 hour AWS Migration Data</a:t>
            </a:r>
            <a:endParaRPr lang="en-US" sz="200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3" name="@Model.Title.ProjectId"/>
          <p:cNvSpPr>
            <a:spLocks/>
          </p:cNvSpPr>
          <p:nvPr/>
        </p:nvSpPr>
        <p:spPr bwMode="white">
          <a:xfrm>
            <a:off x="2440784" y="3243202"/>
            <a:ext cx="3515337" cy="40011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lang="en-US" sz="2000" kern="0" baseline="30000" dirty="0">
                <a:solidFill>
                  <a:schemeClr val="tx2"/>
                </a:solidFill>
              </a:rPr>
              <a:t>3329274</a:t>
            </a:r>
            <a:endParaRPr lang="en-US" sz="200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4" name="@Model.Title.PreparedForInfo"/>
          <p:cNvSpPr>
            <a:spLocks/>
          </p:cNvSpPr>
          <p:nvPr/>
        </p:nvSpPr>
        <p:spPr bwMode="white">
          <a:xfrm>
            <a:off x="2440784" y="3654669"/>
            <a:ext cx="4748520" cy="40011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lang="en-US" sz="2000" kern="0" baseline="30000" dirty="0">
                <a:solidFill>
                  <a:schemeClr val="tx2"/>
                </a:solidFill>
              </a:rPr>
              <a:t>Matthew Kozlow, mkozlow1@wm.com</a:t>
            </a:r>
            <a:endParaRPr lang="en-US" sz="200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5" name="@Model.Title.PreparedByInfo"/>
          <p:cNvSpPr>
            <a:spLocks/>
          </p:cNvSpPr>
          <p:nvPr/>
        </p:nvSpPr>
        <p:spPr bwMode="white">
          <a:xfrm>
            <a:off x="2440784" y="4068099"/>
            <a:ext cx="4748520" cy="40011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lang="en-US" sz="2000" kern="0" baseline="30000" dirty="0">
                <a:solidFill>
                  <a:schemeClr val="tx2"/>
                </a:solidFill>
              </a:rPr>
              <a:t>Mark Mays, Mark.Mays@Dell.com</a:t>
            </a:r>
            <a:endParaRPr lang="en-US" sz="200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6" name="@Model.Title.CreatedDate"/>
          <p:cNvSpPr>
            <a:spLocks/>
          </p:cNvSpPr>
          <p:nvPr/>
        </p:nvSpPr>
        <p:spPr bwMode="white">
          <a:xfrm>
            <a:off x="2440784" y="4494713"/>
            <a:ext cx="3795097" cy="40011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lang="en-US" sz="2000" kern="0" baseline="30000" dirty="0">
                <a:solidFill>
                  <a:schemeClr val="tx2"/>
                </a:solidFill>
              </a:rPr>
              <a:t>5/18/2026 4:45:52 PM</a:t>
            </a:r>
            <a:endParaRPr lang="en-US" sz="200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7" name="Label - Created"/>
          <p:cNvSpPr>
            <a:spLocks/>
          </p:cNvSpPr>
          <p:nvPr/>
        </p:nvSpPr>
        <p:spPr bwMode="white">
          <a:xfrm>
            <a:off x="1194576" y="4395997"/>
            <a:ext cx="840295" cy="496996"/>
          </a:xfrm>
          <a:prstGeom prst="rect">
            <a:avLst/>
          </a:prstGeom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1625519">
              <a:lnSpc>
                <a:spcPct val="150000"/>
              </a:lnSpc>
            </a:pPr>
            <a:r>
              <a:rPr lang="en-US" sz="2000" kern="0" baseline="30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Created:</a:t>
            </a:r>
            <a:endParaRPr lang="en-US" sz="2000" kern="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Label - Prepared By"/>
          <p:cNvSpPr>
            <a:spLocks/>
          </p:cNvSpPr>
          <p:nvPr/>
        </p:nvSpPr>
        <p:spPr bwMode="white">
          <a:xfrm>
            <a:off x="1194576" y="4077904"/>
            <a:ext cx="1181734" cy="362087"/>
          </a:xfrm>
          <a:prstGeom prst="rect">
            <a:avLst/>
          </a:prstGeom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1625519">
              <a:lnSpc>
                <a:spcPct val="150000"/>
              </a:lnSpc>
            </a:pPr>
            <a:r>
              <a:rPr lang="en-US" sz="2000" kern="0" baseline="30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Prepared By:</a:t>
            </a:r>
          </a:p>
        </p:txBody>
      </p:sp>
      <p:sp>
        <p:nvSpPr>
          <p:cNvPr id="19" name="Label - Prepared For"/>
          <p:cNvSpPr>
            <a:spLocks/>
          </p:cNvSpPr>
          <p:nvPr/>
        </p:nvSpPr>
        <p:spPr bwMode="white">
          <a:xfrm>
            <a:off x="1204318" y="3680836"/>
            <a:ext cx="1316386" cy="362087"/>
          </a:xfrm>
          <a:prstGeom prst="rect">
            <a:avLst/>
          </a:prstGeom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1625519">
              <a:lnSpc>
                <a:spcPct val="150000"/>
              </a:lnSpc>
            </a:pPr>
            <a:r>
              <a:rPr lang="en-US" sz="2000" kern="0" baseline="30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Project Owner:</a:t>
            </a:r>
            <a:endParaRPr lang="en-US" sz="2000" kern="0" baseline="300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Label - Project ID"/>
          <p:cNvSpPr>
            <a:spLocks/>
          </p:cNvSpPr>
          <p:nvPr/>
        </p:nvSpPr>
        <p:spPr bwMode="white">
          <a:xfrm>
            <a:off x="1204318" y="3265630"/>
            <a:ext cx="1032655" cy="400110"/>
          </a:xfrm>
          <a:prstGeom prst="rect">
            <a:avLst/>
          </a:prstGeom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914400"/>
            <a:r>
              <a:rPr lang="en-US" sz="2000" kern="0" baseline="30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Project ID: </a:t>
            </a:r>
            <a:endParaRPr lang="en-US" sz="20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Label - Project"/>
          <p:cNvSpPr txBox="1">
            <a:spLocks noChangeArrowheads="1"/>
          </p:cNvSpPr>
          <p:nvPr/>
        </p:nvSpPr>
        <p:spPr bwMode="white">
          <a:xfrm>
            <a:off x="1194576" y="2857861"/>
            <a:ext cx="1181734" cy="40954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noAutofit/>
          </a:bodyPr>
          <a:lstStyle>
            <a:lvl1pPr marL="228600" indent="-228600" rtl="0" algn="l" fontAlgn="base" defTabSz="9144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/>
              <a:buChar char="•"/>
              <a:defRPr sz="1400" dirty="0">
                <a:solidFill>
                  <a:srgbClr val="000000"/>
                </a:solidFill>
                <a:latin typeface="+mj-lt"/>
                <a:ea typeface="Museo Sans For Dell"/>
              </a:defRPr>
            </a:lvl1pPr>
            <a:lvl2pPr marL="574675" indent="-233363" rtl="0" algn="l" fontAlgn="base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/>
              <a:buChar char="–"/>
              <a:defRPr sz="1200" dirty="0">
                <a:solidFill>
                  <a:srgbClr val="000000"/>
                </a:solidFill>
                <a:latin typeface="+mj-lt"/>
                <a:ea typeface="Museo Sans For Dell"/>
              </a:defRPr>
            </a:lvl2pPr>
            <a:lvl3pPr marL="909638" indent="-220663" rtl="0" algn="l" fontAlgn="base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/>
              <a:buChar char="›"/>
              <a:defRPr sz="1000" dirty="0">
                <a:solidFill>
                  <a:srgbClr val="000000"/>
                </a:solidFill>
                <a:latin typeface="+mj-lt"/>
                <a:ea typeface="Museo Sans For Dell"/>
              </a:defRPr>
            </a:lvl3pPr>
            <a:lvl4pPr marL="1246188" indent="-222250" rtl="0" algn="l" fontAlgn="base" defTabSz="91440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Courier New"/>
              <a:buChar char="o"/>
              <a:defRPr sz="1000" dirty="0">
                <a:solidFill>
                  <a:srgbClr val="000000"/>
                </a:solidFill>
                <a:latin typeface="+mj-lt"/>
                <a:ea typeface="Museo Sans For Dell"/>
              </a:defRPr>
            </a:lvl4pPr>
            <a:lvl5pPr marL="1608138" indent="-236538" rtl="0" algn="l" fontAlgn="base" defTabSz="91440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/>
              </a:buClr>
              <a:buFont typeface="Museo For Dell 300"/>
              <a:buChar char="–"/>
              <a:defRPr sz="1800" dirty="0">
                <a:solidFill>
                  <a:schemeClr val="bg2"/>
                </a:solidFill>
                <a:latin typeface="Museo Sans For Dell"/>
                <a:ea typeface="Museo Sans For Dell"/>
              </a:defRPr>
            </a:lvl5pPr>
            <a:lvl6pPr marL="2065338" indent="-236538" rtl="0" algn="l" fontAlgn="base" defTabSz="914400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–"/>
              <a:defRPr sz="1600" dirty="0">
                <a:solidFill>
                  <a:schemeClr val="accent1"/>
                </a:solidFill>
                <a:latin typeface="+mn-lt"/>
              </a:defRPr>
            </a:lvl6pPr>
            <a:lvl7pPr marL="2522538" indent="-236538" rtl="0" algn="l" fontAlgn="base" defTabSz="914400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–"/>
              <a:defRPr sz="1600" dirty="0">
                <a:solidFill>
                  <a:schemeClr val="accent1"/>
                </a:solidFill>
                <a:latin typeface="+mn-lt"/>
              </a:defRPr>
            </a:lvl7pPr>
            <a:lvl8pPr marL="2979738" indent="-236538" rtl="0" algn="l" fontAlgn="base" defTabSz="914400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–"/>
              <a:defRPr sz="1600" dirty="0">
                <a:solidFill>
                  <a:schemeClr val="accent1"/>
                </a:solidFill>
                <a:latin typeface="+mn-lt"/>
              </a:defRPr>
            </a:lvl8pPr>
            <a:lvl9pPr marL="3436938" indent="-236538" rtl="0" algn="l" fontAlgn="base" defTabSz="914400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–"/>
              <a:defRPr sz="1600" dirty="0">
                <a:solidFill>
                  <a:schemeClr val="accent1"/>
                </a:solidFill>
                <a:latin typeface="+mn-lt"/>
              </a:defRPr>
            </a:lvl9pPr>
          </a:lstStyle>
          <a:p>
            <a:pPr marL="0" indent="0" defTabSz="1625519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kern="0" baseline="300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/>
              </a:rPr>
              <a:t>Project: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" descr="                              Dell - Internal Use - Confidential&#10;"/>
          <p:cNvSpPr txBox="1">
            <a:spLocks noChangeArrowheads="1"/>
          </p:cNvSpPr>
          <p:nvPr/>
        </p:nvSpPr>
        <p:spPr bwMode="white">
          <a:xfrm>
            <a:off x="826739" y="6539721"/>
            <a:ext cx="3575050" cy="110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lIns="0" tIns="0" rIns="0" bIns="0" anchor="ctr" wrap="square">
            <a:spAutoFit/>
          </a:bodyPr>
          <a:lstStyle/>
          <a:p>
            <a:pPr marL="0" indent="0" rtl="0" algn="l" fontAlgn="base" defTabSz="1219170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</a:pPr>
            <a:r>
              <a:rPr lang="en-US" sz="800" b="0" i="0" dirty="0">
                <a:solidFill>
                  <a:srgbClr val="7F7F7F"/>
                </a:solidFill>
                <a:latin typeface="+mn-lt"/>
              </a:rPr>
              <a:t>© Copyright 2026 Dell Confidential Information</a:t>
            </a:r>
            <a:endParaRPr lang="en-US" sz="800" b="0" i="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white">
          <a:xfrm>
            <a:off x="826739" y="6136795"/>
            <a:ext cx="3361070" cy="22769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lIns="0" tIns="0" rIns="0" bIns="0"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* Recoverable Capacity</a:t>
            </a:r>
          </a:p>
        </p:txBody>
      </p:sp>
      <p:sp>
        <p:nvSpPr>
          <p:cNvPr id="61" name="Title 1"/>
          <p:cNvSpPr>
            <a:spLocks noGrp="1"/>
          </p:cNvSpPr>
          <p:nvPr>
            <p:ph type="title" idx="4294967295"/>
          </p:nvPr>
        </p:nvSpPr>
        <p:spPr bwMode="white">
          <a:xfrm>
            <a:off x="365756" y="259080"/>
            <a:ext cx="11483343" cy="853440"/>
          </a:xfrm>
          <a:prstGeom prst="rect">
            <a:avLst/>
          </a:prstGeom>
          <a:ln>
            <a:headEnd type="none"/>
            <a:tailEnd type="none"/>
          </a:ln>
        </p:spPr>
        <p:txBody>
          <a:bodyPr lIns="0" tIns="0" rIns="0" bIns="0" wrap="square">
            <a:spAutoFit/>
          </a:bodyPr>
          <a:lstStyle/>
          <a:p>
            <a:pPr defTabSz="1219170"/>
            <a:r>
              <a:rPr lang="en-US" sz="3200" dirty="0">
                <a:solidFill>
                  <a:srgbClr val="4694CE"/>
                </a:solidFill>
              </a:rPr>
              <a:t>Compute</a:t>
            </a:r>
          </a:p>
        </p:txBody>
      </p:sp>
      <p:graphicFrame>
        <p:nvGraphicFramePr>
          <p:cNvPr id="33" name="Table 4"/>
          <p:cNvGraphicFramePr/>
          <p:nvPr/>
        </p:nvGraphicFramePr>
        <p:xfrm>
          <a:off x="612138" y="1142788"/>
          <a:ext cx="3361070" cy="277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3243"/>
                <a:gridCol w="1357827"/>
              </a:tblGrid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b="1" dirty="0">
                          <a:solidFill>
                            <a:srgbClr val="566072"/>
                          </a:solidFill>
                          <a:latin typeface="Arial"/>
                        </a:rPr>
                        <a:t>Summary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sz="1000" b="1" dirty="0">
                          <a:solidFill>
                            <a:srgbClr val="566072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Active Regions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2</a:t>
                      </a:r>
                      <a:endParaRPr lang="en-US" sz="1000" dirty="0">
                        <a:solidFill>
                          <a:srgbClr val="566072"/>
                        </a:solidFill>
                        <a:latin typeface="Arial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Availability Zones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4</a:t>
                      </a:r>
                      <a:endParaRPr lang="en-US" sz="1000" dirty="0">
                        <a:solidFill>
                          <a:srgbClr val="566072"/>
                        </a:solidFill>
                        <a:latin typeface="Arial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EC2 Instances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EC2 Volumes (EBS)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708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EC2 Network Interfaces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EC2 Load Balancers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4"/>
          <p:cNvGraphicFramePr/>
          <p:nvPr/>
        </p:nvGraphicFramePr>
        <p:xfrm>
          <a:off x="4417220" y="1142788"/>
          <a:ext cx="3365734" cy="1432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7270"/>
                <a:gridCol w="1598464"/>
              </a:tblGrid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b="1" dirty="0">
                          <a:solidFill>
                            <a:srgbClr val="566072"/>
                          </a:solidFill>
                          <a:latin typeface="Arial"/>
                        </a:rPr>
                        <a:t>Load Balancers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sz="1000" b="1" dirty="0">
                          <a:solidFill>
                            <a:srgbClr val="566072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Network Load Balancers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0</a:t>
                      </a:r>
                      <a:endParaRPr lang="en-US" sz="1000" dirty="0">
                        <a:solidFill>
                          <a:srgbClr val="566072"/>
                        </a:solidFill>
                        <a:latin typeface="Arial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Application Load Balancers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0</a:t>
                      </a:r>
                      <a:endParaRPr lang="en-US" sz="1000" dirty="0">
                        <a:solidFill>
                          <a:srgbClr val="566072"/>
                        </a:solidFill>
                        <a:latin typeface="Arial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Classic Load Balancers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0</a:t>
                      </a:r>
                      <a:endParaRPr lang="en-US" sz="1000" dirty="0">
                        <a:solidFill>
                          <a:srgbClr val="566072"/>
                        </a:solidFill>
                        <a:latin typeface="Arial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 4"/>
          <p:cNvGraphicFramePr/>
          <p:nvPr/>
        </p:nvGraphicFramePr>
        <p:xfrm>
          <a:off x="4417220" y="2363847"/>
          <a:ext cx="3365734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7438"/>
                <a:gridCol w="1608296"/>
              </a:tblGrid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b="1" dirty="0">
                          <a:solidFill>
                            <a:srgbClr val="566072"/>
                          </a:solidFill>
                          <a:latin typeface="Arial"/>
                        </a:rPr>
                        <a:t>Network Interfaces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sz="1000" b="1" dirty="0">
                          <a:solidFill>
                            <a:srgbClr val="566072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Subnets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60</a:t>
                      </a:r>
                      <a:endParaRPr lang="en-US" sz="1000" dirty="0">
                        <a:solidFill>
                          <a:srgbClr val="566072"/>
                        </a:solidFill>
                        <a:latin typeface="Arial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VCPs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11</a:t>
                      </a:r>
                      <a:endParaRPr lang="en-US" sz="1000" dirty="0">
                        <a:solidFill>
                          <a:srgbClr val="566072"/>
                        </a:solidFill>
                        <a:latin typeface="Arial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4"/>
          <p:cNvGraphicFramePr/>
          <p:nvPr/>
        </p:nvGraphicFramePr>
        <p:xfrm>
          <a:off x="8226966" y="1142788"/>
          <a:ext cx="3352896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6569"/>
                <a:gridCol w="1236327"/>
              </a:tblGrid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b="1" dirty="0">
                          <a:solidFill>
                            <a:srgbClr val="566072"/>
                          </a:solidFill>
                          <a:latin typeface="Arial"/>
                        </a:rPr>
                        <a:t>EC2 Volumes (EBS)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sz="1000" b="1" dirty="0">
                          <a:solidFill>
                            <a:srgbClr val="566072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Volumes attached to Stopped EC2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30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Boot Volumes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369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Total Volumes Capacity </a:t>
                      </a:r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(GiB</a:t>
                      </a:r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280,576.00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Ratio of Encrypted Volumes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0.96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Table 4"/>
          <p:cNvGraphicFramePr/>
          <p:nvPr/>
        </p:nvGraphicFramePr>
        <p:xfrm>
          <a:off x="8226966" y="2637231"/>
          <a:ext cx="3352896" cy="134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6569"/>
                <a:gridCol w="1236327"/>
              </a:tblGrid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b="1" dirty="0">
                          <a:solidFill>
                            <a:srgbClr val="566072"/>
                          </a:solidFill>
                          <a:latin typeface="Arial"/>
                        </a:rPr>
                        <a:t>Orphaned Volumes (EBS)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1" dirty="0">
                          <a:solidFill>
                            <a:srgbClr val="566072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Volumes Count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0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Total Volumes Capacity (GiB)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0.00 *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 4"/>
          <p:cNvGraphicFramePr/>
          <p:nvPr/>
        </p:nvGraphicFramePr>
        <p:xfrm>
          <a:off x="612138" y="3689178"/>
          <a:ext cx="3361070" cy="356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5781"/>
                <a:gridCol w="1355289"/>
              </a:tblGrid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b="1" dirty="0">
                          <a:solidFill>
                            <a:srgbClr val="566072"/>
                          </a:solidFill>
                          <a:latin typeface="Arial"/>
                        </a:rPr>
                        <a:t>EC2 Instances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1" dirty="0">
                          <a:solidFill>
                            <a:srgbClr val="566072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Total Running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348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000" dirty="0">
                          <a:solidFill>
                            <a:srgbClr val="566072"/>
                          </a:solidFill>
                          <a:latin typeface="Arial"/>
                        </a:rPr>
                        <a:t>Total Stopped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21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1000" kern="1200" dirty="0">
                          <a:solidFill>
                            <a:srgbClr val="566072"/>
                          </a:solidFill>
                          <a:latin typeface="Arial"/>
                          <a:ea typeface="+mn-ea"/>
                        </a:rPr>
                        <a:t>Unique Instances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41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1000" kern="1200" dirty="0">
                          <a:solidFill>
                            <a:srgbClr val="566072"/>
                          </a:solidFill>
                          <a:latin typeface="Arial"/>
                          <a:ea typeface="+mn-ea"/>
                        </a:rPr>
                        <a:t>Instance T-Shirt Sizes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41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1000" kern="1200" dirty="0">
                          <a:solidFill>
                            <a:srgbClr val="566072"/>
                          </a:solidFill>
                          <a:latin typeface="Arial"/>
                          <a:ea typeface="+mn-ea"/>
                        </a:rPr>
                        <a:t>Total Cores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913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1000" kern="1200" dirty="0">
                          <a:solidFill>
                            <a:srgbClr val="566072"/>
                          </a:solidFill>
                          <a:latin typeface="Arial"/>
                          <a:ea typeface="+mn-ea"/>
                        </a:rPr>
                        <a:t>Total Memory (GiB)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9,567.00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1000" kern="1200" dirty="0">
                          <a:solidFill>
                            <a:srgbClr val="566072"/>
                          </a:solidFill>
                          <a:latin typeface="Arial"/>
                          <a:ea typeface="+mn-ea"/>
                        </a:rPr>
                        <a:t>Total Disk Used Capacity (GiB)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0.00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1000" kern="1200" dirty="0">
                          <a:solidFill>
                            <a:srgbClr val="566072"/>
                          </a:solidFill>
                          <a:latin typeface="Arial"/>
                          <a:ea typeface="+mn-ea"/>
                        </a:rPr>
                        <a:t>Total Free Capacity (GiB)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0" i="0" kern="1200" dirty="0">
                          <a:ln>
                            <a:noFill/>
                          </a:ln>
                          <a:solidFill>
                            <a:srgbClr val="56607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</a:rPr>
                        <a:t>0.00 *</a:t>
                      </a:r>
                      <a:endParaRPr lang="en-US" sz="1000" b="0" i="0" kern="1200" dirty="0">
                        <a:ln>
                          <a:noFill/>
                        </a:ln>
                        <a:solidFill>
                          <a:srgbClr val="566072"/>
                        </a:solidFill>
                        <a:effectLst/>
                        <a:uLnTx/>
                        <a:uFillTx/>
                        <a:latin typeface="Arial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@Chart(Model.Compute.TShirtBarChartData[0])"/>
          <p:cNvGraphicFramePr/>
          <p:nvPr/>
        </p:nvGraphicFramePr>
        <p:xfrm>
          <a:off x="4724400" y="4112380"/>
          <a:ext cx="6858000" cy="2027045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Id3"/>
          </a:graphicData>
        </a:graphic>
      </p:graphicFrame>
      <p:sp>
        <p:nvSpPr>
          <p:cNvPr id="66" name="TextBox 65"/>
          <p:cNvSpPr txBox="1">
            <a:spLocks noChangeArrowheads="1"/>
          </p:cNvSpPr>
          <p:nvPr/>
        </p:nvSpPr>
        <p:spPr bwMode="white">
          <a:xfrm>
            <a:off x="4415465" y="4925242"/>
            <a:ext cx="222561" cy="40132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lIns="0" tIns="0" rIns="0" bIns="0" vert="vert270"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sz="1100" dirty="0">
                <a:solidFill>
                  <a:srgbClr val="566072"/>
                </a:solidFill>
              </a:rPr>
              <a:t>Count</a:t>
            </a:r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white">
          <a:xfrm>
            <a:off x="7944323" y="6136795"/>
            <a:ext cx="418155" cy="22256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lIns="0" tIns="0" rIns="0" bIns="0"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sz="1100" dirty="0">
                <a:solidFill>
                  <a:srgbClr val="566072"/>
                </a:solidFill>
                <a:latin typeface="Arial"/>
              </a:rPr>
              <a:t>Type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 bwMode="white">
          <a:xfrm>
            <a:off x="4429644" y="3772159"/>
            <a:ext cx="2532809" cy="307777"/>
          </a:xfrm>
          <a:prstGeom prst="rect">
            <a:avLst/>
          </a:prstGeom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914400"/>
            <a:r>
              <a:rPr lang="en-US" sz="1400" b="1" dirty="0">
                <a:solidFill>
                  <a:srgbClr val="566072"/>
                </a:solidFill>
                <a:latin typeface="Arial"/>
              </a:rPr>
              <a:t>EC2 Instances T-Shirt Sizes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/>
          <p:cNvSpPr>
            <a:spLocks noGrp="1"/>
          </p:cNvSpPr>
          <p:nvPr>
            <p:ph type="title" idx="4294967295"/>
          </p:nvPr>
        </p:nvSpPr>
        <p:spPr bwMode="white">
          <a:xfrm>
            <a:off x="609600" y="259080"/>
            <a:ext cx="11239500" cy="443198"/>
          </a:xfrm>
          <a:prstGeom prst="rect">
            <a:avLst/>
          </a:prstGeom>
          <a:ln>
            <a:headEnd type="none"/>
            <a:tailEnd type="none"/>
          </a:ln>
        </p:spPr>
        <p:txBody>
          <a:bodyPr lIns="0" tIns="0" rIns="0" bIns="0" wrap="square">
            <a:spAutoFit/>
          </a:bodyPr>
          <a:lstStyle/>
          <a:p>
            <a:pPr defTabSz="1219170"/>
            <a:r>
              <a:rPr lang="en-US" sz="3200" dirty="0">
                <a:solidFill>
                  <a:srgbClr val="4694CE"/>
                </a:solidFill>
              </a:rPr>
              <a:t>Storage and Archive</a:t>
            </a:r>
          </a:p>
        </p:txBody>
      </p:sp>
      <p:graphicFrame>
        <p:nvGraphicFramePr>
          <p:cNvPr id="33" name="Storage and Archive Table - Section 1"/>
          <p:cNvGraphicFramePr/>
          <p:nvPr/>
        </p:nvGraphicFramePr>
        <p:xfrm>
          <a:off x="612137" y="1142788"/>
          <a:ext cx="3600002" cy="1630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3843"/>
                <a:gridCol w="2276159"/>
              </a:tblGrid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100" b="1" dirty="0">
                          <a:solidFill>
                            <a:srgbClr val="566072"/>
                          </a:solidFill>
                        </a:rPr>
                        <a:t>Summary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sz="1100" b="1" dirty="0">
                          <a:solidFill>
                            <a:srgbClr val="566072"/>
                          </a:solidFill>
                        </a:rPr>
                        <a:t>Count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Active Regions</a:t>
                      </a: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rtl="0" algn="ctr" defTabSz="1219170"/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5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Glacier Vaults</a:t>
                      </a: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rtl="0" algn="ctr" defTabSz="1219170"/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0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S3 Buckets</a:t>
                      </a: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rtl="0" algn="ctr" defTabSz="1219170"/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70</a:t>
                      </a: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82070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Elastic File System</a:t>
                      </a: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0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Relational Databases</a:t>
                      </a: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0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Aurora DB Clusters</a:t>
                      </a: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0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Storage and Archive Table - Section 2"/>
          <p:cNvGraphicFramePr/>
          <p:nvPr/>
        </p:nvGraphicFramePr>
        <p:xfrm>
          <a:off x="4362555" y="1142788"/>
          <a:ext cx="3365734" cy="94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6149"/>
                <a:gridCol w="2399585"/>
              </a:tblGrid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100" b="1" dirty="0">
                          <a:solidFill>
                            <a:srgbClr val="566072"/>
                          </a:solidFill>
                        </a:rPr>
                        <a:t>EFS (GiB)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sz="1100" b="1" dirty="0">
                          <a:solidFill>
                            <a:srgbClr val="566072"/>
                          </a:solidFill>
                        </a:rPr>
                        <a:t>Value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Total Size</a:t>
                      </a: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rtl="0" algn="ctr" defTabSz="1219170"/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0.00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Infrequent Size</a:t>
                      </a: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rtl="0" algn="ctr" defTabSz="1219170"/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0.00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rtl="0" algn="l" defTabSz="1219170"/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Standard Size</a:t>
                      </a: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rtl="0" algn="ctr" defTabSz="1219170"/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0.00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Storage and Archive Table - Section 3"/>
          <p:cNvGraphicFramePr/>
          <p:nvPr/>
        </p:nvGraphicFramePr>
        <p:xfrm>
          <a:off x="609599" y="3334997"/>
          <a:ext cx="3600002" cy="3032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8633"/>
                <a:gridCol w="1761369"/>
              </a:tblGrid>
              <a:tr h="199244"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1100" b="1" dirty="0">
                          <a:solidFill>
                            <a:srgbClr val="566072"/>
                          </a:solidFill>
                        </a:rPr>
                        <a:t>S3 (GiB</a:t>
                      </a:r>
                      <a:r>
                        <a:rPr lang="en-US" sz="1100" b="1" dirty="0">
                          <a:solidFill>
                            <a:srgbClr val="566072"/>
                          </a:solidFill>
                        </a:rPr>
                        <a:t>)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100" b="1" dirty="0">
                          <a:solidFill>
                            <a:srgbClr val="566072"/>
                          </a:solidFill>
                        </a:rPr>
                        <a:t>Value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noFill/>
                      <a:prstDash val="solid"/>
                      <a:headEnd type="none"/>
                      <a:tailEnd type="none"/>
                    </a:lnTlToBr>
                    <a:lnBlToTr w="12700">
                      <a:noFill/>
                      <a:prstDash val="solid"/>
                      <a:headEnd type="none"/>
                      <a:tailEnd type="none"/>
                    </a:lnBlToTr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indent="0" rtl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Total Size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288,270.37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indent="0" rtl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Standard Storage Size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7,863.28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indent="0" rtl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Intelligent Tiering FA Storage Size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0.00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indent="0" rtl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Standard IA Storage Size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280,407.09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indent="0" rtl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One Zone IA Storage Size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0.00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indent="0" rtl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Glacier Storage Size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0.00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indent="0" rtl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Glacier Deep Archive Storage Size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0.00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99244">
                <a:tc>
                  <a:txBody>
                    <a:bodyPr/>
                    <a:lstStyle/>
                    <a:p>
                      <a:pPr marL="0" indent="0" rtl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Reduced Redundancy Storage size</a:t>
                      </a: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kern="1200" dirty="0">
                          <a:solidFill>
                            <a:srgbClr val="566072"/>
                          </a:solidFill>
                          <a:latin typeface="+mn-lt"/>
                          <a:ea typeface="+mn-ea"/>
                        </a:rPr>
                        <a:t>0.00</a:t>
                      </a:r>
                      <a:endParaRPr lang="en-US" sz="800" kern="1200" dirty="0">
                        <a:solidFill>
                          <a:srgbClr val="566072"/>
                        </a:solidFill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>
            <a:spLocks/>
          </p:cNvSpPr>
          <p:nvPr/>
        </p:nvSpPr>
        <p:spPr bwMode="white">
          <a:xfrm>
            <a:off x="4802230" y="3118179"/>
            <a:ext cx="2252540" cy="307777"/>
          </a:xfrm>
          <a:prstGeom prst="rect">
            <a:avLst/>
          </a:prstGeom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marL="0" indent="0" rt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1" i="0" kern="1200" dirty="0">
                <a:ln>
                  <a:noFill/>
                </a:ln>
                <a:solidFill>
                  <a:srgbClr val="566072"/>
                </a:solidFill>
                <a:effectLst/>
                <a:uLnTx/>
                <a:uFillTx/>
                <a:latin typeface="Arial"/>
                <a:ea typeface="+mn-ea"/>
              </a:rPr>
              <a:t>S3 Capacity Distribution</a:t>
            </a:r>
          </a:p>
        </p:txBody>
      </p:sp>
      <p:sp>
        <p:nvSpPr>
          <p:cNvPr id="10" name="@Model.Copyright"/>
          <p:cNvSpPr>
            <a:spLocks/>
          </p:cNvSpPr>
          <p:nvPr/>
        </p:nvSpPr>
        <p:spPr bwMode="white">
          <a:xfrm>
            <a:off x="817342" y="6455714"/>
            <a:ext cx="2479700" cy="20313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marL="0" indent="0" rtl="0" algn="l" fontAlgn="base" defTabSz="1219170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</a:pPr>
            <a:r>
              <a:rPr lang="en-US" sz="800" b="0" i="0" kern="120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+mn-ea"/>
              </a:rPr>
              <a:t>© Copyright 2026 Dell Confidential Information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white">
          <a:xfrm>
            <a:off x="8317149" y="1427760"/>
            <a:ext cx="3262713" cy="484663"/>
          </a:xfrm>
          <a:prstGeom prst="rect">
            <a:avLst/>
          </a:prstGeom>
          <a:solidFill>
            <a:srgbClr val="DCF0FE"/>
          </a:solidFill>
          <a:ln w="19050">
            <a:solidFill>
              <a:srgbClr val="57A8E6"/>
            </a:solidFill>
            <a:headEnd type="none"/>
            <a:tailEnd type="none"/>
          </a:ln>
          <a:effectLst/>
        </p:spPr>
        <p:txBody>
          <a:bodyPr lIns="182880" tIns="137160" rIns="137160" bIns="137160" anchor="ctr" wrap="square">
            <a:noAutofit/>
          </a:bodyPr>
          <a:lstStyle/>
          <a:p>
            <a:pPr marL="0" indent="0" rtl="0" algn="ctr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000" b="0" i="0" kern="120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sp>
        <p:nvSpPr>
          <p:cNvPr id="11" name="Content Placeholder 1"/>
          <p:cNvSpPr>
            <a:spLocks/>
          </p:cNvSpPr>
          <p:nvPr/>
        </p:nvSpPr>
        <p:spPr bwMode="white">
          <a:xfrm>
            <a:off x="8659733" y="1540825"/>
            <a:ext cx="2782459" cy="2585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>
            <a:lvl1pPr marL="228600" indent="-228600" rtl="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 dirty="0">
                <a:solidFill>
                  <a:srgbClr val="566072"/>
                </a:solidFill>
                <a:latin typeface="+mn-lt"/>
                <a:ea typeface="+mn-ea"/>
              </a:defRPr>
            </a:lvl1pPr>
            <a:lvl2pPr marL="685800" indent="-228600" rtl="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 dirty="0">
                <a:solidFill>
                  <a:srgbClr val="566072"/>
                </a:solidFill>
                <a:latin typeface="+mn-lt"/>
                <a:ea typeface="+mn-ea"/>
              </a:defRPr>
            </a:lvl2pPr>
            <a:lvl3pPr marL="1143000" indent="-228600" rtl="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 dirty="0">
                <a:solidFill>
                  <a:srgbClr val="566072"/>
                </a:solidFill>
                <a:latin typeface="+mn-lt"/>
                <a:ea typeface="+mn-ea"/>
              </a:defRPr>
            </a:lvl3pPr>
            <a:lvl4pPr marL="1600200" indent="-228600" rtl="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rgbClr val="566072"/>
                </a:solidFill>
                <a:latin typeface="+mn-lt"/>
                <a:ea typeface="+mn-ea"/>
              </a:defRPr>
            </a:lvl4pPr>
            <a:lvl5pPr marL="2057400" indent="-228600" rtl="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rgbClr val="566072"/>
                </a:solidFill>
                <a:latin typeface="+mn-lt"/>
                <a:ea typeface="+mn-ea"/>
              </a:defRPr>
            </a:lvl5pPr>
            <a:lvl6pPr marL="2514600" indent="-228600" rtl="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rtl="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rtl="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rtl="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rtl="0" algn="l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DB8"/>
              </a:buClr>
              <a:buSzTx/>
              <a:buFont typeface="Arial"/>
              <a:buNone/>
              <a:tabLst/>
            </a:pPr>
            <a:r>
              <a:rPr lang="en-US" sz="1200" b="0" i="0" kern="1200" dirty="0">
                <a:ln>
                  <a:noFill/>
                </a:ln>
                <a:solidFill>
                  <a:srgbClr val="566072"/>
                </a:solidFill>
                <a:effectLst/>
                <a:uLnTx/>
                <a:uFillTx/>
                <a:latin typeface="Arial"/>
                <a:ea typeface="+mn-ea"/>
              </a:rPr>
              <a:t>No Elastic File System found</a:t>
            </a:r>
          </a:p>
        </p:txBody>
      </p:sp>
      <p:pic>
        <p:nvPicPr>
          <p:cNvPr id="12" name="Graphic 11"/>
          <p:cNvPicPr>
            <a:picLocks noChangeAspect="1"/>
          </p:cNvPicPr>
          <p:nvPr/>
        </p:nvPicPr>
        <p:blipFill>
          <a:blip r:embed="rId5">
            <a:lum/>
            <a:extLst>
              <a:ext uri="{28A0092B-C50C-407E-A947-70E740481C1C}">
                <a14:useLocalDpi xmlns:a14="http://schemas.microsoft.com/office/drawing/2016/SVG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8421608" y="1551029"/>
            <a:ext cx="238125" cy="23812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3" name="Rectangle 12"/>
          <p:cNvSpPr>
            <a:spLocks/>
          </p:cNvSpPr>
          <p:nvPr/>
        </p:nvSpPr>
        <p:spPr bwMode="white">
          <a:xfrm>
            <a:off x="8226966" y="1063540"/>
            <a:ext cx="2382383" cy="307777"/>
          </a:xfrm>
          <a:prstGeom prst="rect">
            <a:avLst/>
          </a:prstGeom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marL="0" indent="0" rt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1" i="0" kern="1200" dirty="0">
                <a:ln>
                  <a:noFill/>
                </a:ln>
                <a:solidFill>
                  <a:srgbClr val="566072"/>
                </a:solidFill>
                <a:effectLst/>
                <a:uLnTx/>
                <a:uFillTx/>
                <a:latin typeface="Arial"/>
                <a:ea typeface="+mn-ea"/>
              </a:rPr>
              <a:t>EFS Capacity Distribution</a:t>
            </a:r>
          </a:p>
        </p:txBody>
      </p:sp>
      <p:graphicFrame>
        <p:nvGraphicFramePr>
          <p:cNvPr id="15" name="@Chart(Model.StorageArchive.S3CapacityDistributionChartData[0])"/>
          <p:cNvGraphicFramePr/>
          <p:nvPr/>
        </p:nvGraphicFramePr>
        <p:xfrm>
          <a:off x="4362555" y="3425956"/>
          <a:ext cx="6521755" cy="2860889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Id7"/>
          </a:graphicData>
        </a:graphic>
      </p:graphicFrame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ppt/theme/theme2.xml><?xml version="1.0" encoding="utf-8"?>
<a:theme xmlns:a="http://schemas.openxmlformats.org/drawingml/2006/main" name="Custom 1">
  <a:themeElements>
    <a:clrScheme name="Custom 1">
      <a:dk1>
        <a:srgbClr val="44546A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ppt/theme/theme3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ppt/theme/theme4.xml><?xml version="1.0" encoding="utf-8"?>
<a:theme xmlns:a="http://schemas.openxmlformats.org/drawingml/2006/main" name="Dell new">
  <a:themeElements>
    <a:clrScheme name="Dell new">
      <a:dk1>
        <a:srgbClr val="000000"/>
      </a:dk1>
      <a:lt1>
        <a:srgbClr val="444444"/>
      </a:lt1>
      <a:dk2>
        <a:srgbClr val="0085C3"/>
      </a:dk2>
      <a:lt2>
        <a:srgbClr val="FFFFFF"/>
      </a:lt2>
      <a:accent1>
        <a:srgbClr val="0085C3"/>
      </a:accent1>
      <a:accent2>
        <a:srgbClr val="7AB800"/>
      </a:accent2>
      <a:accent3>
        <a:srgbClr val="F2AF00"/>
      </a:accent3>
      <a:accent4>
        <a:srgbClr val="DC5034"/>
      </a:accent4>
      <a:accent5>
        <a:srgbClr val="5482AB"/>
      </a:accent5>
      <a:accent6>
        <a:srgbClr val="6E2585"/>
      </a:accent6>
      <a:hlink>
        <a:srgbClr val="009BBB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/>
        </a:gradFill>
      </a:fillStyleLst>
      <a:lnStyleLst>
        <a:ln w="9525" cap="flat">
          <a:solidFill>
            <a:schemeClr val="phClr">
              <a:shade val="95000"/>
              <a:satMod val="105000"/>
            </a:schemeClr>
          </a:solidFill>
          <a:prstDash val="solid"/>
          <a:headEnd type="none"/>
          <a:tailEnd type="none"/>
        </a:ln>
        <a:ln w="25400" cap="flat">
          <a:solidFill>
            <a:schemeClr val="phClr"/>
          </a:solidFill>
          <a:prstDash val="solid"/>
          <a:headEnd type="none"/>
          <a:tailEnd type="none"/>
        </a:ln>
        <a:ln w="38100" cap="flat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Custom 2">
  <a:themeElements>
    <a:clrScheme name="Custom 2">
      <a:dk1>
        <a:srgbClr val="566072"/>
      </a:dk1>
      <a:lt1>
        <a:srgbClr val="444444"/>
      </a:lt1>
      <a:dk2>
        <a:srgbClr val="007DB8"/>
      </a:dk2>
      <a:lt2>
        <a:srgbClr val="FFFFFF"/>
      </a:lt2>
      <a:accent1>
        <a:srgbClr val="4694CE"/>
      </a:accent1>
      <a:accent2>
        <a:srgbClr val="7AB800"/>
      </a:accent2>
      <a:accent3>
        <a:srgbClr val="F2AF00"/>
      </a:accent3>
      <a:accent4>
        <a:srgbClr val="DC5034"/>
      </a:accent4>
      <a:accent5>
        <a:srgbClr val="F4F7FA"/>
      </a:accent5>
      <a:accent6>
        <a:srgbClr val="6E2585"/>
      </a:accent6>
      <a:hlink>
        <a:srgbClr val="F4F7FA"/>
      </a:hlink>
      <a:folHlink>
        <a:srgbClr val="809D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/>
        </a:gradFill>
      </a:fillStyleLst>
      <a:lnStyleLst>
        <a:ln w="9525" cap="flat">
          <a:solidFill>
            <a:schemeClr val="phClr">
              <a:shade val="95000"/>
              <a:satMod val="105000"/>
            </a:schemeClr>
          </a:solidFill>
          <a:prstDash val="solid"/>
          <a:headEnd type="none"/>
          <a:tailEnd type="none"/>
        </a:ln>
        <a:ln w="25400" cap="flat">
          <a:solidFill>
            <a:schemeClr val="phClr"/>
          </a:solidFill>
          <a:prstDash val="solid"/>
          <a:headEnd type="none"/>
          <a:tailEnd type="none"/>
        </a:ln>
        <a:ln w="38100" cap="flat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Essential Presentation</Application>
  <Characters>0</Characters>
  <Lines>0</Lines>
  <MMClips>0</MMClips>
  <Notes>0</Notes>
  <Pages>0</Pages>
  <Paragraphs>0</Paragraphs>
  <HiddenSlides>0</HiddenSlides>
  <LinksUpToDate>false</LinksUpToDate>
  <ScaleCrop>false</ScaleCrop>
  <Slides>0</Slides>
  <TotalTime>0</TotalTime>
  <Words>0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terms:modified xsi:type="dcterms:W3CDTF">2026-05-18T16:46:14Z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/>
</file>
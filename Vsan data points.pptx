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14731085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9085A-5BB6-02A6-67E9-C9B400F3DB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B24C73-4A71-85B6-7DDA-45A9365AE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E200D8-776E-DA20-2CAD-C762BD5DA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6A71-21D8-4EFC-A0DE-28738D8BE18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A7143B-506E-2254-3E48-C92EAF435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51B260-F62A-10CA-F769-B1FF7B539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DD586-CF19-45C1-9BA4-91B54D94B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5000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475F7-B357-168D-FD12-3733F4244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4CB27-DCD5-DBF6-0F07-0FDB10C41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78847-F8FB-E56F-5A1A-5CDA52442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6A71-21D8-4EFC-A0DE-28738D8BE18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FC460D-0F46-C06D-4F78-4EB2265D8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821D88-8A30-BD4D-4375-86F5B7FA3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DD586-CF19-45C1-9BA4-91B54D94B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964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E0388-87E6-1EF1-F995-B3FA9E29A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32E60C-5233-27D0-C0E2-694A41E003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D751A-7A6B-553F-7F49-E9554F66B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6A71-21D8-4EFC-A0DE-28738D8BE18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03838D-FCB9-21AE-F9C7-D277425F7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7AE21-873F-4977-8502-39316547D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DD586-CF19-45C1-9BA4-91B54D94B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0940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81F852-82B2-B882-3664-6A872F88D2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1AD840-1629-7AEF-934E-FBEDB6EEED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87FC70-B8E8-FE3F-B1AB-12F19FFAD2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E993E1-5EF9-F6E6-68C4-01D1906D8C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6A71-21D8-4EFC-A0DE-28738D8BE18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5E7C7-F840-EA7C-B704-BE38D9AFC3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22326D-0BAA-6EE1-204A-3AB36B5AD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DD586-CF19-45C1-9BA4-91B54D94B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27389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23052-65A1-9ED2-FCE3-30BCB84CE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D83974-1939-DA10-18F9-B02C2AE36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3526AB-7701-62CD-DD84-159DB12FA4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5958B7-4168-D7F1-FBC1-4DF5B7A648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FB8362-87FA-7858-600B-780CA4828B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7D8725-D458-3833-4E71-AEEDA0179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6A71-21D8-4EFC-A0DE-28738D8BE18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3C3B69B-E848-C194-C737-AFC35364B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ACBC48B-293F-D38B-6E9B-E22C2DEE1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DD586-CF19-45C1-9BA4-91B54D94B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6838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FB791-E7B6-27BD-AB85-B4B4CC359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FDACF-1FCA-1C99-7A74-517061C4FD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6A71-21D8-4EFC-A0DE-28738D8BE18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AF74350-AF2C-43A2-27B4-D76DA23A9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FAF50-462C-32DA-7862-9E028AF1A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DD586-CF19-45C1-9BA4-91B54D94B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0154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90E006-B1BD-6005-C1EF-FDEFC3177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6A71-21D8-4EFC-A0DE-28738D8BE18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A89F16-34A4-64D3-589A-846349FF1B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3A07B0-5F83-7198-5DCE-42105685B9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DD586-CF19-45C1-9BA4-91B54D94B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393492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7FB639-B011-4DCF-FEF1-BC4D059036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F82CA5-C40C-468E-4E49-B67BB2E55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9CCC3F-49EC-AC1E-7A3F-A9BA4549160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BDDC23-4A64-EE7B-5BC8-00842F4047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6A71-21D8-4EFC-A0DE-28738D8BE18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811342-CD63-F710-2FC7-A5E8EFE1D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FCD1BCD-5ECD-BA7B-9605-C786F98D1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DD586-CF19-45C1-9BA4-91B54D94B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2455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3C772-71BD-DF8F-13D8-9EBB44A2AD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3B403D7-3A3B-6525-2CD1-9B2A262373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364501-5CA0-3C3D-C450-CCBDEE12A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A86E2C-AA8D-8B73-7913-C260402E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6A71-21D8-4EFC-A0DE-28738D8BE18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D8177D-5AD5-4BEF-1713-BCEF92592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961CA1-0BC4-F492-B787-5C7F3FBD1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DD586-CF19-45C1-9BA4-91B54D94B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964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C98FA-94C9-637D-1F71-F2FC751C7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0F3E287-D99F-6A55-2411-AC8CB802B3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4F0F5-CA6D-BD20-20C7-8D60C34E8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6A71-21D8-4EFC-A0DE-28738D8BE18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225C1A-C7A4-5B6E-A8B5-81F65511D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DE8A2A-CA3A-B947-AC10-20D0B353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DD586-CF19-45C1-9BA4-91B54D94B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93909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E7D4591-532B-ECA1-5E79-DF0546A858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E7C9C4-FC8A-4600-E40D-3D4A8C685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8A8432-E439-AC1F-6CEF-83765E518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66A71-21D8-4EFC-A0DE-28738D8BE18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D87B8E-B493-18E2-9F79-6FAA02771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DAD6B4-E4B2-3708-56F8-FF2E86EC9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CDD586-CF19-45C1-9BA4-91B54D94B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147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18234A-C709-82A4-9671-0A6AD17F2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C64C18-340E-6D12-E80E-61C90524D2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D14ED5-ECDE-DA69-95BD-4449EB73A0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66A71-21D8-4EFC-A0DE-28738D8BE188}" type="datetimeFigureOut">
              <a:rPr lang="en-IN" smtClean="0"/>
              <a:t>05-05-2026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F7070F-B146-2A0C-A955-39C7CD0595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23D4DD-DFFB-B25A-1A22-6BF95D644B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CDD586-CF19-45C1-9BA4-91B54D94BD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589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BCA476EC-D8D6-A2E9-140C-20BA29221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000" y="342900"/>
            <a:ext cx="11430000" cy="443198"/>
          </a:xfrm>
        </p:spPr>
        <p:txBody>
          <a:bodyPr>
            <a:normAutofit fontScale="90000"/>
          </a:bodyPr>
          <a:lstStyle/>
          <a:p>
            <a:endParaRPr lang="en-US"/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2719D504-CCB8-FEB7-BBC1-ADB9E80709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313" y="1143000"/>
            <a:ext cx="11430000" cy="4572000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US Corp: 14 </a:t>
            </a:r>
          </a:p>
          <a:p>
            <a:endParaRPr lang="en-US" dirty="0"/>
          </a:p>
          <a:p>
            <a:r>
              <a:rPr lang="en-US" dirty="0"/>
              <a:t>US K12: 5 (41) </a:t>
            </a:r>
          </a:p>
          <a:p>
            <a:endParaRPr lang="en-US" dirty="0"/>
          </a:p>
          <a:p>
            <a:r>
              <a:rPr lang="en-US" dirty="0"/>
              <a:t>US </a:t>
            </a:r>
            <a:r>
              <a:rPr lang="en-US" dirty="0" err="1"/>
              <a:t>Acq</a:t>
            </a:r>
            <a:r>
              <a:rPr lang="en-US" dirty="0"/>
              <a:t>: Q2 FY27 107 (10)</a:t>
            </a:r>
            <a:br>
              <a:rPr lang="en-US" dirty="0"/>
            </a:br>
            <a:br>
              <a:rPr lang="en-US" dirty="0"/>
            </a:br>
            <a:r>
              <a:rPr lang="en-US" dirty="0"/>
              <a:t>Targeted account: </a:t>
            </a:r>
          </a:p>
          <a:p>
            <a:r>
              <a:rPr lang="en-US" dirty="0"/>
              <a:t>122 Total -&gt; 49 (40%)Cover by the team -&gt; 10 (20%) Succes Account names – Account name and revenue? ]</a:t>
            </a:r>
          </a:p>
          <a:p>
            <a:r>
              <a:rPr lang="en-US" dirty="0"/>
              <a:t>Agilent Tech, </a:t>
            </a:r>
            <a:r>
              <a:rPr lang="en-US" dirty="0" err="1"/>
              <a:t>SingleStore</a:t>
            </a:r>
            <a:r>
              <a:rPr lang="en-US" dirty="0"/>
              <a:t>, Howard Medical, Baltimore county public school, Nielsen Company, First Bank, CCL Label, Barnhart Crane, </a:t>
            </a:r>
            <a:r>
              <a:rPr lang="en-US" dirty="0" err="1"/>
              <a:t>MediaOcean</a:t>
            </a:r>
            <a:r>
              <a:rPr lang="en-US" dirty="0"/>
              <a:t>, </a:t>
            </a:r>
            <a:r>
              <a:rPr lang="en-US" dirty="0" err="1"/>
              <a:t>Altafiber</a:t>
            </a:r>
            <a:br>
              <a:rPr lang="en-US" dirty="0"/>
            </a:br>
            <a:r>
              <a:rPr lang="en-US" dirty="0"/>
              <a:t> </a:t>
            </a: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08068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82</Words>
  <Application>Microsoft Office PowerPoint</Application>
  <PresentationFormat>Widescreen</PresentationFormat>
  <Paragraphs>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Dell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Bode, Sarvesh</dc:creator>
  <cp:lastModifiedBy>Bode, Sarvesh</cp:lastModifiedBy>
  <cp:revision>1</cp:revision>
  <dcterms:created xsi:type="dcterms:W3CDTF">2026-05-05T14:56:55Z</dcterms:created>
  <dcterms:modified xsi:type="dcterms:W3CDTF">2026-05-05T14:58:02Z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7bd41d9-d1d6-4f41-bf46-97f0241fcca2_Enabled">
    <vt:lpwstr>true</vt:lpwstr>
  </property>
  <property fmtid="{D5CDD505-2E9C-101B-9397-08002B2CF9AE}" pid="3" name="MSIP_Label_a7bd41d9-d1d6-4f41-bf46-97f0241fcca2_SetDate">
    <vt:lpwstr>2026-05-05T14:58:02Z</vt:lpwstr>
  </property>
  <property fmtid="{D5CDD505-2E9C-101B-9397-08002B2CF9AE}" pid="4" name="MSIP_Label_a7bd41d9-d1d6-4f41-bf46-97f0241fcca2_Method">
    <vt:lpwstr>Privileged</vt:lpwstr>
  </property>
  <property fmtid="{D5CDD505-2E9C-101B-9397-08002B2CF9AE}" pid="5" name="MSIP_Label_a7bd41d9-d1d6-4f41-bf46-97f0241fcca2_Name">
    <vt:lpwstr>No Visual Label</vt:lpwstr>
  </property>
  <property fmtid="{D5CDD505-2E9C-101B-9397-08002B2CF9AE}" pid="6" name="MSIP_Label_a7bd41d9-d1d6-4f41-bf46-97f0241fcca2_SiteId">
    <vt:lpwstr>945c199a-83a2-4e80-9f8c-5a91be5752dd</vt:lpwstr>
  </property>
  <property fmtid="{D5CDD505-2E9C-101B-9397-08002B2CF9AE}" pid="7" name="MSIP_Label_a7bd41d9-d1d6-4f41-bf46-97f0241fcca2_ActionId">
    <vt:lpwstr>77d0008c-2fb7-4a98-81fc-5c4808bdf71f</vt:lpwstr>
  </property>
  <property fmtid="{D5CDD505-2E9C-101B-9397-08002B2CF9AE}" pid="8" name="MSIP_Label_a7bd41d9-d1d6-4f41-bf46-97f0241fcca2_ContentBits">
    <vt:lpwstr>0</vt:lpwstr>
  </property>
  <property fmtid="{D5CDD505-2E9C-101B-9397-08002B2CF9AE}" pid="9" name="MSIP_Label_a7bd41d9-d1d6-4f41-bf46-97f0241fcca2_Tag">
    <vt:lpwstr>10, 0, 1, 1</vt:lpwstr>
  </property>
</Properties>
</file>
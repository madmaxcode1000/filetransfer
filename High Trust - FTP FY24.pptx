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Lst>
  <p:notesMasterIdLst>
    <p:notesMasterId r:id="rId30"/>
  </p:notesMasterIdLst>
  <p:sldIdLst>
    <p:sldId id="2147470151" r:id="rId3"/>
    <p:sldId id="2147470143" r:id="rId4"/>
    <p:sldId id="2147470124" r:id="rId5"/>
    <p:sldId id="2147470125" r:id="rId6"/>
    <p:sldId id="2147470126" r:id="rId7"/>
    <p:sldId id="2147470152" r:id="rId8"/>
    <p:sldId id="2147470127" r:id="rId9"/>
    <p:sldId id="2147470128" r:id="rId10"/>
    <p:sldId id="2147470129" r:id="rId11"/>
    <p:sldId id="2147470130" r:id="rId12"/>
    <p:sldId id="2147470138" r:id="rId13"/>
    <p:sldId id="2147470144" r:id="rId14"/>
    <p:sldId id="2147470131" r:id="rId15"/>
    <p:sldId id="2147470132" r:id="rId16"/>
    <p:sldId id="2147470133" r:id="rId17"/>
    <p:sldId id="2147470134" r:id="rId18"/>
    <p:sldId id="2147470136" r:id="rId19"/>
    <p:sldId id="2147470137" r:id="rId20"/>
    <p:sldId id="2147470145" r:id="rId21"/>
    <p:sldId id="2147470146" r:id="rId22"/>
    <p:sldId id="2147470150" r:id="rId23"/>
    <p:sldId id="2147470149" r:id="rId24"/>
    <p:sldId id="2147470148" r:id="rId25"/>
    <p:sldId id="2147470147" r:id="rId26"/>
    <p:sldId id="2147470142" r:id="rId27"/>
    <p:sldId id="1864" r:id="rId28"/>
    <p:sldId id="214747013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7A1620-7F91-4DCB-B1C2-A191D69FA7A1}" v="1" dt="2025-11-17T17:13:26.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01" autoAdjust="0"/>
    <p:restoredTop sz="95164" autoAdjust="0"/>
  </p:normalViewPr>
  <p:slideViewPr>
    <p:cSldViewPr snapToGrid="0">
      <p:cViewPr>
        <p:scale>
          <a:sx n="64" d="100"/>
          <a:sy n="64" d="100"/>
        </p:scale>
        <p:origin x="678"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da, Sabyasachi" userId="71eb8b07-73d6-4ce7-9464-448f469fe90c" providerId="ADAL" clId="{95DDA3F9-ECE4-4EC8-9A2C-9FA36C48C289}"/>
    <pc:docChg chg="undo custSel addSld delSld modSld sldOrd">
      <pc:chgData name="Panda, Sabyasachi" userId="71eb8b07-73d6-4ce7-9464-448f469fe90c" providerId="ADAL" clId="{95DDA3F9-ECE4-4EC8-9A2C-9FA36C48C289}" dt="2023-05-05T14:27:05.257" v="1552" actId="404"/>
      <pc:docMkLst>
        <pc:docMk/>
      </pc:docMkLst>
      <pc:sldChg chg="modNotesTx">
        <pc:chgData name="Panda, Sabyasachi" userId="71eb8b07-73d6-4ce7-9464-448f469fe90c" providerId="ADAL" clId="{95DDA3F9-ECE4-4EC8-9A2C-9FA36C48C289}" dt="2023-05-05T13:53:01.292" v="102" actId="20577"/>
        <pc:sldMkLst>
          <pc:docMk/>
          <pc:sldMk cId="899452156" sldId="2147470125"/>
        </pc:sldMkLst>
      </pc:sldChg>
      <pc:sldChg chg="modSp mod">
        <pc:chgData name="Panda, Sabyasachi" userId="71eb8b07-73d6-4ce7-9464-448f469fe90c" providerId="ADAL" clId="{95DDA3F9-ECE4-4EC8-9A2C-9FA36C48C289}" dt="2023-05-05T14:24:09.254" v="1551" actId="1076"/>
        <pc:sldMkLst>
          <pc:docMk/>
          <pc:sldMk cId="4281474268" sldId="2147470126"/>
        </pc:sldMkLst>
      </pc:sldChg>
      <pc:sldChg chg="modSp mod">
        <pc:chgData name="Panda, Sabyasachi" userId="71eb8b07-73d6-4ce7-9464-448f469fe90c" providerId="ADAL" clId="{95DDA3F9-ECE4-4EC8-9A2C-9FA36C48C289}" dt="2023-05-05T14:05:15.055" v="751" actId="14100"/>
        <pc:sldMkLst>
          <pc:docMk/>
          <pc:sldMk cId="268718244" sldId="2147470128"/>
        </pc:sldMkLst>
      </pc:sldChg>
      <pc:sldChg chg="ord">
        <pc:chgData name="Panda, Sabyasachi" userId="71eb8b07-73d6-4ce7-9464-448f469fe90c" providerId="ADAL" clId="{95DDA3F9-ECE4-4EC8-9A2C-9FA36C48C289}" dt="2023-05-05T14:14:57.177" v="930"/>
        <pc:sldMkLst>
          <pc:docMk/>
          <pc:sldMk cId="1023261580" sldId="2147470139"/>
        </pc:sldMkLst>
      </pc:sldChg>
      <pc:sldChg chg="del">
        <pc:chgData name="Panda, Sabyasachi" userId="71eb8b07-73d6-4ce7-9464-448f469fe90c" providerId="ADAL" clId="{95DDA3F9-ECE4-4EC8-9A2C-9FA36C48C289}" dt="2023-05-05T13:59:56.814" v="742" actId="47"/>
        <pc:sldMkLst>
          <pc:docMk/>
          <pc:sldMk cId="3696434331" sldId="2147470141"/>
        </pc:sldMkLst>
      </pc:sldChg>
      <pc:sldChg chg="addSp delSp modSp mod">
        <pc:chgData name="Panda, Sabyasachi" userId="71eb8b07-73d6-4ce7-9464-448f469fe90c" providerId="ADAL" clId="{95DDA3F9-ECE4-4EC8-9A2C-9FA36C48C289}" dt="2023-05-05T14:23:55.422" v="1550" actId="12"/>
        <pc:sldMkLst>
          <pc:docMk/>
          <pc:sldMk cId="559579034" sldId="2147470142"/>
        </pc:sldMkLst>
      </pc:sldChg>
      <pc:sldChg chg="delSp modSp add mod ord delAnim modAnim">
        <pc:chgData name="Panda, Sabyasachi" userId="71eb8b07-73d6-4ce7-9464-448f469fe90c" providerId="ADAL" clId="{95DDA3F9-ECE4-4EC8-9A2C-9FA36C48C289}" dt="2023-05-05T13:59:32.153" v="741" actId="1076"/>
        <pc:sldMkLst>
          <pc:docMk/>
          <pc:sldMk cId="4162043253" sldId="2147470143"/>
        </pc:sldMkLst>
      </pc:sldChg>
      <pc:sldChg chg="addSp delSp modSp add mod delAnim modAnim">
        <pc:chgData name="Panda, Sabyasachi" userId="71eb8b07-73d6-4ce7-9464-448f469fe90c" providerId="ADAL" clId="{95DDA3F9-ECE4-4EC8-9A2C-9FA36C48C289}" dt="2023-05-05T14:27:05.257" v="1552" actId="404"/>
        <pc:sldMkLst>
          <pc:docMk/>
          <pc:sldMk cId="4686883" sldId="2147470144"/>
        </pc:sldMkLst>
      </pc:sldChg>
      <pc:sldChg chg="addSp modSp new mod ord">
        <pc:chgData name="Panda, Sabyasachi" userId="71eb8b07-73d6-4ce7-9464-448f469fe90c" providerId="ADAL" clId="{95DDA3F9-ECE4-4EC8-9A2C-9FA36C48C289}" dt="2023-05-05T14:20:38.920" v="1349" actId="404"/>
        <pc:sldMkLst>
          <pc:docMk/>
          <pc:sldMk cId="1332632186" sldId="2147470145"/>
        </pc:sldMkLst>
      </pc:sldChg>
      <pc:sldChg chg="modSp add mod">
        <pc:chgData name="Panda, Sabyasachi" userId="71eb8b07-73d6-4ce7-9464-448f469fe90c" providerId="ADAL" clId="{95DDA3F9-ECE4-4EC8-9A2C-9FA36C48C289}" dt="2023-05-05T14:20:34.814" v="1348" actId="404"/>
        <pc:sldMkLst>
          <pc:docMk/>
          <pc:sldMk cId="1000948124" sldId="2147470146"/>
        </pc:sldMkLst>
      </pc:sldChg>
      <pc:sldChg chg="modSp add ord">
        <pc:chgData name="Panda, Sabyasachi" userId="71eb8b07-73d6-4ce7-9464-448f469fe90c" providerId="ADAL" clId="{95DDA3F9-ECE4-4EC8-9A2C-9FA36C48C289}" dt="2023-05-05T14:21:51.706" v="1362" actId="403"/>
        <pc:sldMkLst>
          <pc:docMk/>
          <pc:sldMk cId="3651942713" sldId="2147470147"/>
        </pc:sldMkLst>
      </pc:sldChg>
    </pc:docChg>
  </pc:docChgLst>
  <pc:docChgLst>
    <pc:chgData name="C, FathehMohammed" userId="e8cb7152-fadd-409f-803b-95baa76d41ce" providerId="ADAL" clId="{2A2F9364-F33F-4CF6-9678-5E76A9E8AC9E}"/>
    <pc:docChg chg="sldOrd">
      <pc:chgData name="C, FathehMohammed" userId="e8cb7152-fadd-409f-803b-95baa76d41ce" providerId="ADAL" clId="{2A2F9364-F33F-4CF6-9678-5E76A9E8AC9E}" dt="2022-11-29T07:28:04.164" v="0" actId="20578"/>
      <pc:docMkLst>
        <pc:docMk/>
      </pc:docMkLst>
      <pc:sldChg chg="ord">
        <pc:chgData name="C, FathehMohammed" userId="e8cb7152-fadd-409f-803b-95baa76d41ce" providerId="ADAL" clId="{2A2F9364-F33F-4CF6-9678-5E76A9E8AC9E}" dt="2022-11-29T07:28:04.164" v="0" actId="20578"/>
        <pc:sldMkLst>
          <pc:docMk/>
          <pc:sldMk cId="932340494" sldId="2147470127"/>
        </pc:sldMkLst>
      </pc:sldChg>
    </pc:docChg>
  </pc:docChgLst>
  <pc:docChgLst>
    <pc:chgData name="Panda, Sabyasachi" userId="71eb8b07-73d6-4ce7-9464-448f469fe90c" providerId="ADAL" clId="{12033835-98D6-4380-A407-53DAA0E1D454}"/>
    <pc:docChg chg="modSld">
      <pc:chgData name="Panda, Sabyasachi" userId="71eb8b07-73d6-4ce7-9464-448f469fe90c" providerId="ADAL" clId="{12033835-98D6-4380-A407-53DAA0E1D454}" dt="2025-11-14T17:30:55.224" v="3" actId="14100"/>
      <pc:docMkLst>
        <pc:docMk/>
      </pc:docMkLst>
      <pc:sldChg chg="modSp mod">
        <pc:chgData name="Panda, Sabyasachi" userId="71eb8b07-73d6-4ce7-9464-448f469fe90c" providerId="ADAL" clId="{12033835-98D6-4380-A407-53DAA0E1D454}" dt="2025-11-14T17:30:55.224" v="3" actId="14100"/>
        <pc:sldMkLst>
          <pc:docMk/>
          <pc:sldMk cId="1937030091" sldId="2147470150"/>
        </pc:sldMkLst>
        <pc:graphicFrameChg chg="mod">
          <ac:chgData name="Panda, Sabyasachi" userId="71eb8b07-73d6-4ce7-9464-448f469fe90c" providerId="ADAL" clId="{12033835-98D6-4380-A407-53DAA0E1D454}" dt="2025-11-14T17:30:55.224" v="3" actId="14100"/>
          <ac:graphicFrameMkLst>
            <pc:docMk/>
            <pc:sldMk cId="1937030091" sldId="2147470150"/>
            <ac:graphicFrameMk id="3" creationId="{EDC44D26-941E-FAAB-BF56-84AD5F4E327B}"/>
          </ac:graphicFrameMkLst>
        </pc:graphicFrameChg>
      </pc:sldChg>
    </pc:docChg>
  </pc:docChgLst>
  <pc:docChgLst>
    <pc:chgData name="B, Ranjeeth" userId="91880f69-a158-4ae1-8b74-7f06b0beddb7" providerId="ADAL" clId="{86E0499D-3BBB-4059-B976-619C5B485A23}"/>
    <pc:docChg chg="undo custSel addSld delSld modSld sldOrd">
      <pc:chgData name="B, Ranjeeth" userId="91880f69-a158-4ae1-8b74-7f06b0beddb7" providerId="ADAL" clId="{86E0499D-3BBB-4059-B976-619C5B485A23}" dt="2025-11-17T17:17:01.135" v="171" actId="2890"/>
      <pc:docMkLst>
        <pc:docMk/>
      </pc:docMkLst>
      <pc:sldChg chg="ord">
        <pc:chgData name="B, Ranjeeth" userId="91880f69-a158-4ae1-8b74-7f06b0beddb7" providerId="ADAL" clId="{86E0499D-3BBB-4059-B976-619C5B485A23}" dt="2025-11-17T17:14:47.642" v="120"/>
        <pc:sldMkLst>
          <pc:docMk/>
          <pc:sldMk cId="3218420399" sldId="2147470124"/>
        </pc:sldMkLst>
      </pc:sldChg>
      <pc:sldChg chg="ord">
        <pc:chgData name="B, Ranjeeth" userId="91880f69-a158-4ae1-8b74-7f06b0beddb7" providerId="ADAL" clId="{86E0499D-3BBB-4059-B976-619C5B485A23}" dt="2025-11-17T17:14:51.775" v="122"/>
        <pc:sldMkLst>
          <pc:docMk/>
          <pc:sldMk cId="899452156" sldId="2147470125"/>
        </pc:sldMkLst>
      </pc:sldChg>
      <pc:sldChg chg="modSp mod">
        <pc:chgData name="B, Ranjeeth" userId="91880f69-a158-4ae1-8b74-7f06b0beddb7" providerId="ADAL" clId="{86E0499D-3BBB-4059-B976-619C5B485A23}" dt="2025-11-17T17:16:56.680" v="170" actId="20577"/>
        <pc:sldMkLst>
          <pc:docMk/>
          <pc:sldMk cId="4281474268" sldId="2147470126"/>
        </pc:sldMkLst>
        <pc:spChg chg="mod">
          <ac:chgData name="B, Ranjeeth" userId="91880f69-a158-4ae1-8b74-7f06b0beddb7" providerId="ADAL" clId="{86E0499D-3BBB-4059-B976-619C5B485A23}" dt="2025-11-17T17:16:56.680" v="170" actId="20577"/>
          <ac:spMkLst>
            <pc:docMk/>
            <pc:sldMk cId="4281474268" sldId="2147470126"/>
            <ac:spMk id="3" creationId="{AEF3EED0-8DA5-450B-8F5B-143EB83DBBDC}"/>
          </ac:spMkLst>
        </pc:spChg>
      </pc:sldChg>
      <pc:sldChg chg="addSp modSp mod">
        <pc:chgData name="B, Ranjeeth" userId="91880f69-a158-4ae1-8b74-7f06b0beddb7" providerId="ADAL" clId="{86E0499D-3BBB-4059-B976-619C5B485A23}" dt="2025-11-17T17:16:27.730" v="160" actId="20577"/>
        <pc:sldMkLst>
          <pc:docMk/>
          <pc:sldMk cId="3744249542" sldId="2147470151"/>
        </pc:sldMkLst>
        <pc:spChg chg="add mod">
          <ac:chgData name="B, Ranjeeth" userId="91880f69-a158-4ae1-8b74-7f06b0beddb7" providerId="ADAL" clId="{86E0499D-3BBB-4059-B976-619C5B485A23}" dt="2025-11-17T17:16:27.730" v="160" actId="20577"/>
          <ac:spMkLst>
            <pc:docMk/>
            <pc:sldMk cId="3744249542" sldId="2147470151"/>
            <ac:spMk id="3" creationId="{E64CCAFB-4B0B-7558-AB09-05EE35B2360E}"/>
          </ac:spMkLst>
        </pc:spChg>
      </pc:sldChg>
      <pc:sldChg chg="new del">
        <pc:chgData name="B, Ranjeeth" userId="91880f69-a158-4ae1-8b74-7f06b0beddb7" providerId="ADAL" clId="{86E0499D-3BBB-4059-B976-619C5B485A23}" dt="2025-11-17T17:13:20.886" v="1" actId="47"/>
        <pc:sldMkLst>
          <pc:docMk/>
          <pc:sldMk cId="1488639592" sldId="2147470152"/>
        </pc:sldMkLst>
      </pc:sldChg>
      <pc:sldChg chg="add">
        <pc:chgData name="B, Ranjeeth" userId="91880f69-a158-4ae1-8b74-7f06b0beddb7" providerId="ADAL" clId="{86E0499D-3BBB-4059-B976-619C5B485A23}" dt="2025-11-17T17:17:01.135" v="171" actId="2890"/>
        <pc:sldMkLst>
          <pc:docMk/>
          <pc:sldMk cId="4054443485" sldId="2147470152"/>
        </pc:sldMkLst>
      </pc:sldChg>
    </pc:docChg>
  </pc:docChgLst>
  <pc:docChgLst>
    <pc:chgData name="Panda, Sabyasachi" userId="71eb8b07-73d6-4ce7-9464-448f469fe90c" providerId="ADAL" clId="{68D79091-D60E-414C-BAFA-6D6D3E8A04AD}"/>
    <pc:docChg chg="undo custSel addSld delSld modSld">
      <pc:chgData name="Panda, Sabyasachi" userId="71eb8b07-73d6-4ce7-9464-448f469fe90c" providerId="ADAL" clId="{68D79091-D60E-414C-BAFA-6D6D3E8A04AD}" dt="2022-11-29T07:20:41.625" v="126"/>
      <pc:docMkLst>
        <pc:docMk/>
      </pc:docMkLst>
      <pc:sldChg chg="add">
        <pc:chgData name="Panda, Sabyasachi" userId="71eb8b07-73d6-4ce7-9464-448f469fe90c" providerId="ADAL" clId="{68D79091-D60E-414C-BAFA-6D6D3E8A04AD}" dt="2022-11-28T19:29:07.449" v="97"/>
        <pc:sldMkLst>
          <pc:docMk/>
          <pc:sldMk cId="0" sldId="1864"/>
        </pc:sldMkLst>
      </pc:sldChg>
      <pc:sldChg chg="addSp modSp mod modAnim">
        <pc:chgData name="Panda, Sabyasachi" userId="71eb8b07-73d6-4ce7-9464-448f469fe90c" providerId="ADAL" clId="{68D79091-D60E-414C-BAFA-6D6D3E8A04AD}" dt="2022-11-29T07:20:41.625" v="126"/>
        <pc:sldMkLst>
          <pc:docMk/>
          <pc:sldMk cId="3218420399" sldId="2147470124"/>
        </pc:sldMkLst>
      </pc:sldChg>
      <pc:sldChg chg="modAnim">
        <pc:chgData name="Panda, Sabyasachi" userId="71eb8b07-73d6-4ce7-9464-448f469fe90c" providerId="ADAL" clId="{68D79091-D60E-414C-BAFA-6D6D3E8A04AD}" dt="2022-11-28T19:26:00.190" v="21"/>
        <pc:sldMkLst>
          <pc:docMk/>
          <pc:sldMk cId="899452156" sldId="2147470125"/>
        </pc:sldMkLst>
      </pc:sldChg>
      <pc:sldChg chg="modAnim">
        <pc:chgData name="Panda, Sabyasachi" userId="71eb8b07-73d6-4ce7-9464-448f469fe90c" providerId="ADAL" clId="{68D79091-D60E-414C-BAFA-6D6D3E8A04AD}" dt="2022-11-28T19:26:05.084" v="22"/>
        <pc:sldMkLst>
          <pc:docMk/>
          <pc:sldMk cId="4281474268" sldId="2147470126"/>
        </pc:sldMkLst>
      </pc:sldChg>
      <pc:sldChg chg="modSp modAnim">
        <pc:chgData name="Panda, Sabyasachi" userId="71eb8b07-73d6-4ce7-9464-448f469fe90c" providerId="ADAL" clId="{68D79091-D60E-414C-BAFA-6D6D3E8A04AD}" dt="2022-11-28T19:26:40.307" v="29"/>
        <pc:sldMkLst>
          <pc:docMk/>
          <pc:sldMk cId="932340494" sldId="2147470127"/>
        </pc:sldMkLst>
      </pc:sldChg>
      <pc:sldChg chg="modSp mod modAnim">
        <pc:chgData name="Panda, Sabyasachi" userId="71eb8b07-73d6-4ce7-9464-448f469fe90c" providerId="ADAL" clId="{68D79091-D60E-414C-BAFA-6D6D3E8A04AD}" dt="2022-11-28T19:27:00.677" v="34"/>
        <pc:sldMkLst>
          <pc:docMk/>
          <pc:sldMk cId="268718244" sldId="2147470128"/>
        </pc:sldMkLst>
      </pc:sldChg>
      <pc:sldChg chg="modAnim">
        <pc:chgData name="Panda, Sabyasachi" userId="71eb8b07-73d6-4ce7-9464-448f469fe90c" providerId="ADAL" clId="{68D79091-D60E-414C-BAFA-6D6D3E8A04AD}" dt="2022-11-28T19:27:12.037" v="38"/>
        <pc:sldMkLst>
          <pc:docMk/>
          <pc:sldMk cId="2477538377" sldId="2147470129"/>
        </pc:sldMkLst>
      </pc:sldChg>
      <pc:sldChg chg="modAnim">
        <pc:chgData name="Panda, Sabyasachi" userId="71eb8b07-73d6-4ce7-9464-448f469fe90c" providerId="ADAL" clId="{68D79091-D60E-414C-BAFA-6D6D3E8A04AD}" dt="2022-11-28T19:27:19.374" v="40"/>
        <pc:sldMkLst>
          <pc:docMk/>
          <pc:sldMk cId="3865043218" sldId="2147470130"/>
        </pc:sldMkLst>
      </pc:sldChg>
      <pc:sldChg chg="modAnim">
        <pc:chgData name="Panda, Sabyasachi" userId="71eb8b07-73d6-4ce7-9464-448f469fe90c" providerId="ADAL" clId="{68D79091-D60E-414C-BAFA-6D6D3E8A04AD}" dt="2022-11-28T19:27:28.993" v="43"/>
        <pc:sldMkLst>
          <pc:docMk/>
          <pc:sldMk cId="3430247337" sldId="2147470131"/>
        </pc:sldMkLst>
      </pc:sldChg>
      <pc:sldChg chg="modAnim">
        <pc:chgData name="Panda, Sabyasachi" userId="71eb8b07-73d6-4ce7-9464-448f469fe90c" providerId="ADAL" clId="{68D79091-D60E-414C-BAFA-6D6D3E8A04AD}" dt="2022-11-28T19:27:38.506" v="46"/>
        <pc:sldMkLst>
          <pc:docMk/>
          <pc:sldMk cId="3399284647" sldId="2147470132"/>
        </pc:sldMkLst>
      </pc:sldChg>
      <pc:sldChg chg="modAnim">
        <pc:chgData name="Panda, Sabyasachi" userId="71eb8b07-73d6-4ce7-9464-448f469fe90c" providerId="ADAL" clId="{68D79091-D60E-414C-BAFA-6D6D3E8A04AD}" dt="2022-11-28T19:27:49.559" v="49"/>
        <pc:sldMkLst>
          <pc:docMk/>
          <pc:sldMk cId="3109345650" sldId="2147470133"/>
        </pc:sldMkLst>
      </pc:sldChg>
      <pc:sldChg chg="modAnim">
        <pc:chgData name="Panda, Sabyasachi" userId="71eb8b07-73d6-4ce7-9464-448f469fe90c" providerId="ADAL" clId="{68D79091-D60E-414C-BAFA-6D6D3E8A04AD}" dt="2022-11-28T19:28:04.359" v="53"/>
        <pc:sldMkLst>
          <pc:docMk/>
          <pc:sldMk cId="4024038336" sldId="2147470134"/>
        </pc:sldMkLst>
      </pc:sldChg>
      <pc:sldChg chg="del">
        <pc:chgData name="Panda, Sabyasachi" userId="71eb8b07-73d6-4ce7-9464-448f469fe90c" providerId="ADAL" clId="{68D79091-D60E-414C-BAFA-6D6D3E8A04AD}" dt="2022-11-28T19:15:51.904" v="1" actId="47"/>
        <pc:sldMkLst>
          <pc:docMk/>
          <pc:sldMk cId="842184006" sldId="2147470135"/>
        </pc:sldMkLst>
      </pc:sldChg>
      <pc:sldChg chg="modAnim">
        <pc:chgData name="Panda, Sabyasachi" userId="71eb8b07-73d6-4ce7-9464-448f469fe90c" providerId="ADAL" clId="{68D79091-D60E-414C-BAFA-6D6D3E8A04AD}" dt="2022-11-28T19:28:09.740" v="55"/>
        <pc:sldMkLst>
          <pc:docMk/>
          <pc:sldMk cId="2522688681" sldId="2147470138"/>
        </pc:sldMkLst>
      </pc:sldChg>
      <pc:sldChg chg="modSp mod">
        <pc:chgData name="Panda, Sabyasachi" userId="71eb8b07-73d6-4ce7-9464-448f469fe90c" providerId="ADAL" clId="{68D79091-D60E-414C-BAFA-6D6D3E8A04AD}" dt="2022-11-28T19:21:03.812" v="16" actId="1076"/>
        <pc:sldMkLst>
          <pc:docMk/>
          <pc:sldMk cId="1023261580" sldId="2147470139"/>
        </pc:sldMkLst>
      </pc:sldChg>
      <pc:sldChg chg="del">
        <pc:chgData name="Panda, Sabyasachi" userId="71eb8b07-73d6-4ce7-9464-448f469fe90c" providerId="ADAL" clId="{68D79091-D60E-414C-BAFA-6D6D3E8A04AD}" dt="2022-11-28T19:16:07.959" v="2" actId="47"/>
        <pc:sldMkLst>
          <pc:docMk/>
          <pc:sldMk cId="2715381484" sldId="2147470140"/>
        </pc:sldMkLst>
      </pc:sldChg>
      <pc:sldChg chg="delSp modSp mod">
        <pc:chgData name="Panda, Sabyasachi" userId="71eb8b07-73d6-4ce7-9464-448f469fe90c" providerId="ADAL" clId="{68D79091-D60E-414C-BAFA-6D6D3E8A04AD}" dt="2022-11-28T19:28:49.281" v="96" actId="20577"/>
        <pc:sldMkLst>
          <pc:docMk/>
          <pc:sldMk cId="559579034" sldId="2147470142"/>
        </pc:sldMkLst>
      </pc:sldChg>
    </pc:docChg>
  </pc:docChgLst>
  <pc:docChgLst>
    <pc:chgData name="Panda, Sabyasachi" userId="71eb8b07-73d6-4ce7-9464-448f469fe90c" providerId="ADAL" clId="{97D80284-5459-436F-B1B5-4700C7815A31}"/>
    <pc:docChg chg="undo custSel addSld modSld sldOrd">
      <pc:chgData name="Panda, Sabyasachi" userId="71eb8b07-73d6-4ce7-9464-448f469fe90c" providerId="ADAL" clId="{97D80284-5459-436F-B1B5-4700C7815A31}" dt="2023-05-10T11:38:06.631" v="1447"/>
      <pc:docMkLst>
        <pc:docMk/>
      </pc:docMkLst>
      <pc:sldChg chg="modSp">
        <pc:chgData name="Panda, Sabyasachi" userId="71eb8b07-73d6-4ce7-9464-448f469fe90c" providerId="ADAL" clId="{97D80284-5459-436F-B1B5-4700C7815A31}" dt="2023-05-10T07:29:53.152" v="6" actId="20577"/>
        <pc:sldMkLst>
          <pc:docMk/>
          <pc:sldMk cId="4281474268" sldId="2147470126"/>
        </pc:sldMkLst>
      </pc:sldChg>
      <pc:sldChg chg="modAnim">
        <pc:chgData name="Panda, Sabyasachi" userId="71eb8b07-73d6-4ce7-9464-448f469fe90c" providerId="ADAL" clId="{97D80284-5459-436F-B1B5-4700C7815A31}" dt="2023-05-10T07:30:57.366" v="14"/>
        <pc:sldMkLst>
          <pc:docMk/>
          <pc:sldMk cId="268718244" sldId="2147470128"/>
        </pc:sldMkLst>
      </pc:sldChg>
      <pc:sldChg chg="ord">
        <pc:chgData name="Panda, Sabyasachi" userId="71eb8b07-73d6-4ce7-9464-448f469fe90c" providerId="ADAL" clId="{97D80284-5459-436F-B1B5-4700C7815A31}" dt="2023-05-10T07:33:23.880" v="16"/>
        <pc:sldMkLst>
          <pc:docMk/>
          <pc:sldMk cId="2522688681" sldId="2147470138"/>
        </pc:sldMkLst>
      </pc:sldChg>
      <pc:sldChg chg="addSp delSp modSp add mod modAnim">
        <pc:chgData name="Panda, Sabyasachi" userId="71eb8b07-73d6-4ce7-9464-448f469fe90c" providerId="ADAL" clId="{97D80284-5459-436F-B1B5-4700C7815A31}" dt="2023-05-10T07:42:57.892" v="747" actId="1076"/>
        <pc:sldMkLst>
          <pc:docMk/>
          <pc:sldMk cId="2468971392" sldId="2147470148"/>
        </pc:sldMkLst>
      </pc:sldChg>
      <pc:sldChg chg="addSp delSp modSp add mod">
        <pc:chgData name="Panda, Sabyasachi" userId="71eb8b07-73d6-4ce7-9464-448f469fe90c" providerId="ADAL" clId="{97D80284-5459-436F-B1B5-4700C7815A31}" dt="2023-05-10T07:48:29.529" v="1431" actId="20577"/>
        <pc:sldMkLst>
          <pc:docMk/>
          <pc:sldMk cId="2154060788" sldId="2147470149"/>
        </pc:sldMkLst>
      </pc:sldChg>
      <pc:sldChg chg="modSp add mod ord">
        <pc:chgData name="Panda, Sabyasachi" userId="71eb8b07-73d6-4ce7-9464-448f469fe90c" providerId="ADAL" clId="{97D80284-5459-436F-B1B5-4700C7815A31}" dt="2023-05-10T11:38:06.631" v="1447"/>
        <pc:sldMkLst>
          <pc:docMk/>
          <pc:sldMk cId="1937030091" sldId="2147470150"/>
        </pc:sldMkLst>
      </pc:sldChg>
      <pc:sldChg chg="new ord">
        <pc:chgData name="Panda, Sabyasachi" userId="71eb8b07-73d6-4ce7-9464-448f469fe90c" providerId="ADAL" clId="{97D80284-5459-436F-B1B5-4700C7815A31}" dt="2023-05-10T11:38:05.977" v="1446"/>
        <pc:sldMkLst>
          <pc:docMk/>
          <pc:sldMk cId="3744249542" sldId="2147470151"/>
        </pc:sldMkLst>
      </pc:sldChg>
    </pc:docChg>
  </pc:docChgLst>
  <pc:docChgLst>
    <pc:chgData name="Shukla, Bharat" userId="b3a21917-56c2-4869-ab69-ccd53becabcd" providerId="ADAL" clId="{93BB8776-FC99-4E3A-8E3E-91585FD6D67C}"/>
    <pc:docChg chg="modSld">
      <pc:chgData name="Shukla, Bharat" userId="b3a21917-56c2-4869-ab69-ccd53becabcd" providerId="ADAL" clId="{93BB8776-FC99-4E3A-8E3E-91585FD6D67C}" dt="2023-05-10T14:49:12.411" v="1"/>
      <pc:docMkLst>
        <pc:docMk/>
      </pc:docMkLst>
      <pc:sldChg chg="modSp">
        <pc:chgData name="Shukla, Bharat" userId="b3a21917-56c2-4869-ab69-ccd53becabcd" providerId="ADAL" clId="{93BB8776-FC99-4E3A-8E3E-91585FD6D67C}" dt="2023-05-10T14:49:12.411" v="1"/>
        <pc:sldMkLst>
          <pc:docMk/>
          <pc:sldMk cId="1937030091" sldId="21474701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F503A-E79E-4E5F-91C3-89CF24FE6A2B}"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A21DE6-CD2B-49D8-9444-84082836309D}" type="slidenum">
              <a:rPr lang="en-US" smtClean="0"/>
              <a:t>‹#›</a:t>
            </a:fld>
            <a:endParaRPr lang="en-US"/>
          </a:p>
        </p:txBody>
      </p:sp>
    </p:spTree>
    <p:extLst>
      <p:ext uri="{BB962C8B-B14F-4D97-AF65-F5344CB8AC3E}">
        <p14:creationId xmlns:p14="http://schemas.microsoft.com/office/powerpoint/2010/main" val="3057797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1E0293-535E-44FE-8FF2-2A358E304D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4735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1E0293-535E-44FE-8FF2-2A358E304D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1023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Airport security check – Trust is less, speed is less and cost is high</a:t>
            </a:r>
          </a:p>
          <a:p>
            <a:endParaRPr lang="en-US" dirty="0"/>
          </a:p>
          <a:p>
            <a:r>
              <a:rPr lang="en-US" dirty="0"/>
              <a:t>Share your examples</a:t>
            </a:r>
          </a:p>
          <a:p>
            <a:endParaRPr lang="en-US" dirty="0"/>
          </a:p>
        </p:txBody>
      </p:sp>
      <p:sp>
        <p:nvSpPr>
          <p:cNvPr id="4" name="Slide Number Placeholder 3"/>
          <p:cNvSpPr>
            <a:spLocks noGrp="1"/>
          </p:cNvSpPr>
          <p:nvPr>
            <p:ph type="sldNum" sz="quarter" idx="5"/>
          </p:nvPr>
        </p:nvSpPr>
        <p:spPr/>
        <p:txBody>
          <a:bodyPr/>
          <a:lstStyle/>
          <a:p>
            <a:fld id="{59A21DE6-CD2B-49D8-9444-84082836309D}" type="slidenum">
              <a:rPr lang="en-US" smtClean="0"/>
              <a:t>4</a:t>
            </a:fld>
            <a:endParaRPr lang="en-US"/>
          </a:p>
        </p:txBody>
      </p:sp>
    </p:spTree>
    <p:extLst>
      <p:ext uri="{BB962C8B-B14F-4D97-AF65-F5344CB8AC3E}">
        <p14:creationId xmlns:p14="http://schemas.microsoft.com/office/powerpoint/2010/main" val="628745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1E0293-535E-44FE-8FF2-2A358E304D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9565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a:extLst>
              <a:ext uri="{FF2B5EF4-FFF2-40B4-BE49-F238E27FC236}">
                <a16:creationId xmlns:a16="http://schemas.microsoft.com/office/drawing/2014/main" id="{3608683E-AED9-4151-A67D-5C490536826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a:extLst>
              <a:ext uri="{FF2B5EF4-FFF2-40B4-BE49-F238E27FC236}">
                <a16:creationId xmlns:a16="http://schemas.microsoft.com/office/drawing/2014/main" id="{0E677A18-4CF5-41AD-8963-B1F2BCCF8F2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1">
    <p:bg>
      <p:bgPr>
        <a:gradFill flip="none" rotWithShape="1">
          <a:gsLst>
            <a:gs pos="0">
              <a:schemeClr val="accent6"/>
            </a:gs>
            <a:gs pos="26000">
              <a:schemeClr val="bg1"/>
            </a:gs>
            <a:gs pos="100000">
              <a:schemeClr val="accent1"/>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000" y="552449"/>
            <a:ext cx="11430000" cy="1994392"/>
          </a:xfrm>
          <a:prstGeom prst="rect">
            <a:avLst/>
          </a:prstGeom>
        </p:spPr>
        <p:txBody>
          <a:bodyPr wrap="square" lIns="0" tIns="0" rIns="0" bIns="0" anchor="b">
            <a:spAutoFit/>
          </a:bodyPr>
          <a:lstStyle>
            <a:lvl1pPr algn="l">
              <a:defRPr sz="7200">
                <a:solidFill>
                  <a:schemeClr val="tx2"/>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381000" y="2743200"/>
            <a:ext cx="11430000" cy="1655763"/>
          </a:xfrm>
          <a:prstGeom prst="rect">
            <a:avLst/>
          </a:prstGeom>
        </p:spPr>
        <p:txBody>
          <a:bodyPr lIns="0" tIns="0" rIns="0" bIns="0"/>
          <a:lstStyle>
            <a:lvl1pPr marL="0" indent="0" algn="l">
              <a:lnSpc>
                <a:spcPct val="100000"/>
              </a:lnSpc>
              <a:spcBef>
                <a:spcPts val="0"/>
              </a:spcBef>
              <a:buNone/>
              <a:defRPr sz="2667">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5" name="Picture 4" descr="Dell Technologies logo">
            <a:extLs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011668" y="5831701"/>
            <a:ext cx="3608832" cy="469148"/>
          </a:xfrm>
          <a:prstGeom prst="rect">
            <a:avLst/>
          </a:prstGeom>
        </p:spPr>
      </p:pic>
    </p:spTree>
    <p:extLst>
      <p:ext uri="{BB962C8B-B14F-4D97-AF65-F5344CB8AC3E}">
        <p14:creationId xmlns:p14="http://schemas.microsoft.com/office/powerpoint/2010/main" val="260243547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0344EF7-FB04-41A4-900F-48EC95C6F3B4}"/>
              </a:ext>
            </a:extLst>
          </p:cNvPr>
          <p:cNvSpPr>
            <a:spLocks noGrp="1"/>
          </p:cNvSpPr>
          <p:nvPr>
            <p:ph type="ctrTitle"/>
          </p:nvPr>
        </p:nvSpPr>
        <p:spPr>
          <a:xfrm>
            <a:off x="381000" y="552449"/>
            <a:ext cx="11430000" cy="1994392"/>
          </a:xfrm>
          <a:prstGeom prst="rect">
            <a:avLst/>
          </a:prstGeom>
        </p:spPr>
        <p:txBody>
          <a:bodyPr wrap="square" lIns="0" tIns="0" rIns="0" bIns="0" anchor="b">
            <a:spAutoFit/>
          </a:bodyPr>
          <a:lstStyle>
            <a:lvl1pPr algn="l">
              <a:defRPr sz="7200">
                <a:solidFill>
                  <a:schemeClr val="tx2"/>
                </a:solidFill>
                <a:latin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2743200"/>
            <a:ext cx="11430000" cy="1655763"/>
          </a:xfrm>
          <a:prstGeom prst="rect">
            <a:avLst/>
          </a:prstGeom>
        </p:spPr>
        <p:txBody>
          <a:bodyPr lIns="0" tIns="0" rIns="0" bIns="0"/>
          <a:lstStyle>
            <a:lvl1pPr marL="0" indent="0" algn="l">
              <a:lnSpc>
                <a:spcPct val="100000"/>
              </a:lnSpc>
              <a:spcBef>
                <a:spcPts val="0"/>
              </a:spcBef>
              <a:buNone/>
              <a:defRPr sz="2667">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9" name="Picture 8" descr="Dell Technologies logo">
            <a:extLst>
              <a:ext uri="{FF2B5EF4-FFF2-40B4-BE49-F238E27FC236}">
                <a16:creationId xmlns:a16="http://schemas.microsoft.com/office/drawing/2014/main" id="{8A49A41B-9CF1-4CD6-B1E3-F736C63833B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8011668" y="5831701"/>
            <a:ext cx="3608832" cy="469148"/>
          </a:xfrm>
          <a:prstGeom prst="rect">
            <a:avLst/>
          </a:prstGeom>
        </p:spPr>
      </p:pic>
    </p:spTree>
    <p:extLst>
      <p:ext uri="{BB962C8B-B14F-4D97-AF65-F5344CB8AC3E}">
        <p14:creationId xmlns:p14="http://schemas.microsoft.com/office/powerpoint/2010/main" val="19394515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0344EF7-FB04-41A4-900F-48EC95C6F3B4}"/>
              </a:ext>
            </a:extLst>
          </p:cNvPr>
          <p:cNvSpPr>
            <a:spLocks noGrp="1"/>
          </p:cNvSpPr>
          <p:nvPr>
            <p:ph type="ctrTitle"/>
          </p:nvPr>
        </p:nvSpPr>
        <p:spPr>
          <a:xfrm>
            <a:off x="381000" y="552449"/>
            <a:ext cx="11430000" cy="1994392"/>
          </a:xfrm>
          <a:prstGeom prst="rect">
            <a:avLst/>
          </a:prstGeom>
        </p:spPr>
        <p:txBody>
          <a:bodyPr wrap="square" lIns="0" tIns="0" rIns="0" bIns="0" anchor="b">
            <a:spAutoFit/>
          </a:bodyPr>
          <a:lstStyle>
            <a:lvl1pPr algn="l">
              <a:defRPr sz="7200">
                <a:solidFill>
                  <a:schemeClr val="tx2"/>
                </a:solidFill>
                <a:latin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2743200"/>
            <a:ext cx="11430000" cy="1655763"/>
          </a:xfrm>
          <a:prstGeom prst="rect">
            <a:avLst/>
          </a:prstGeom>
        </p:spPr>
        <p:txBody>
          <a:bodyPr lIns="0" tIns="0" rIns="0" bIns="0"/>
          <a:lstStyle>
            <a:lvl1pPr marL="0" indent="0" algn="l">
              <a:lnSpc>
                <a:spcPct val="100000"/>
              </a:lnSpc>
              <a:spcBef>
                <a:spcPts val="0"/>
              </a:spcBef>
              <a:buNone/>
              <a:defRPr sz="2667">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9" name="Picture 8" descr="Dell Technologies logo">
            <a:extLst>
              <a:ext uri="{FF2B5EF4-FFF2-40B4-BE49-F238E27FC236}">
                <a16:creationId xmlns:a16="http://schemas.microsoft.com/office/drawing/2014/main" id="{8A49A41B-9CF1-4CD6-B1E3-F736C63833B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8011668" y="5831701"/>
            <a:ext cx="3608832" cy="469148"/>
          </a:xfrm>
          <a:prstGeom prst="rect">
            <a:avLst/>
          </a:prstGeom>
        </p:spPr>
      </p:pic>
    </p:spTree>
    <p:extLst>
      <p:ext uri="{BB962C8B-B14F-4D97-AF65-F5344CB8AC3E}">
        <p14:creationId xmlns:p14="http://schemas.microsoft.com/office/powerpoint/2010/main" val="366071635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0344EF7-FB04-41A4-900F-48EC95C6F3B4}"/>
              </a:ext>
            </a:extLst>
          </p:cNvPr>
          <p:cNvSpPr>
            <a:spLocks noGrp="1"/>
          </p:cNvSpPr>
          <p:nvPr>
            <p:ph type="ctrTitle"/>
          </p:nvPr>
        </p:nvSpPr>
        <p:spPr>
          <a:xfrm>
            <a:off x="381000" y="552449"/>
            <a:ext cx="11430000" cy="1994392"/>
          </a:xfrm>
          <a:prstGeom prst="rect">
            <a:avLst/>
          </a:prstGeom>
        </p:spPr>
        <p:txBody>
          <a:bodyPr wrap="square" lIns="0" tIns="0" rIns="0" bIns="0" anchor="b">
            <a:spAutoFit/>
          </a:bodyPr>
          <a:lstStyle>
            <a:lvl1pPr algn="l">
              <a:defRPr sz="7200">
                <a:solidFill>
                  <a:schemeClr val="tx2"/>
                </a:solidFill>
                <a:latin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2743200"/>
            <a:ext cx="11430000" cy="1655763"/>
          </a:xfrm>
          <a:prstGeom prst="rect">
            <a:avLst/>
          </a:prstGeom>
        </p:spPr>
        <p:txBody>
          <a:bodyPr lIns="0" tIns="0" rIns="0" bIns="0"/>
          <a:lstStyle>
            <a:lvl1pPr marL="0" indent="0" algn="l">
              <a:lnSpc>
                <a:spcPct val="100000"/>
              </a:lnSpc>
              <a:spcBef>
                <a:spcPts val="0"/>
              </a:spcBef>
              <a:buNone/>
              <a:defRPr sz="2667">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9" name="Picture 8" descr="Dell Technologies logo">
            <a:extLst>
              <a:ext uri="{FF2B5EF4-FFF2-40B4-BE49-F238E27FC236}">
                <a16:creationId xmlns:a16="http://schemas.microsoft.com/office/drawing/2014/main" id="{8A49A41B-9CF1-4CD6-B1E3-F736C63833BC}"/>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8011668" y="5831701"/>
            <a:ext cx="3608832" cy="469148"/>
          </a:xfrm>
          <a:prstGeom prst="rect">
            <a:avLst/>
          </a:prstGeom>
        </p:spPr>
      </p:pic>
    </p:spTree>
    <p:extLst>
      <p:ext uri="{BB962C8B-B14F-4D97-AF65-F5344CB8AC3E}">
        <p14:creationId xmlns:p14="http://schemas.microsoft.com/office/powerpoint/2010/main" val="61377426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11430000" cy="517064"/>
          </a:xfrm>
          <a:prstGeom prst="rect">
            <a:avLst/>
          </a:prstGeom>
        </p:spPr>
        <p:txBody>
          <a:bodyPr wrap="square" lIns="0" tIns="0" rIns="0" bIns="0">
            <a:spAutoFit/>
          </a:bodyPr>
          <a:lstStyle>
            <a:lvl1pPr>
              <a:defRPr sz="3733">
                <a:solidFill>
                  <a:schemeClr val="bg1"/>
                </a:solidFill>
                <a:latin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53820862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11430000" cy="517064"/>
          </a:xfrm>
          <a:prstGeom prst="rect">
            <a:avLst/>
          </a:prstGeom>
        </p:spPr>
        <p:txBody>
          <a:bodyPr wrap="square" lIns="0" tIns="0" rIns="0" bIns="0">
            <a:spAutoFit/>
          </a:bodyPr>
          <a:lstStyle>
            <a:lvl1pPr>
              <a:defRPr sz="3733">
                <a:solidFill>
                  <a:schemeClr val="bg1"/>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381000" y="855741"/>
            <a:ext cx="11430000" cy="287259"/>
          </a:xfrm>
          <a:prstGeom prst="rect">
            <a:avLst/>
          </a:prstGeom>
        </p:spPr>
        <p:txBody>
          <a:bodyPr wrap="square" lIns="0" tIns="0" rIns="0" bIns="0">
            <a:spAutoFit/>
          </a:bodyPr>
          <a:lstStyle>
            <a:lvl1pPr marL="0" indent="0" algn="l">
              <a:lnSpc>
                <a:spcPct val="100000"/>
              </a:lnSpc>
              <a:spcBef>
                <a:spcPts val="0"/>
              </a:spcBef>
              <a:buNone/>
              <a:defRPr sz="1867">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263944359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11430000" cy="517064"/>
          </a:xfrm>
          <a:prstGeom prst="rect">
            <a:avLst/>
          </a:prstGeom>
        </p:spPr>
        <p:txBody>
          <a:bodyPr wrap="square" lIns="0" tIns="0" rIns="0" bIns="0">
            <a:spAutoFit/>
          </a:bodyPr>
          <a:lstStyle>
            <a:lvl1pPr>
              <a:defRPr sz="3733">
                <a:solidFill>
                  <a:schemeClr val="bg1"/>
                </a:solidFill>
                <a:latin typeface="Arial" panose="020B0604020202020204" pitchFamily="34" charset="0"/>
              </a:defRPr>
            </a:lvl1pPr>
          </a:lstStyle>
          <a:p>
            <a:r>
              <a:rPr lang="en-US"/>
              <a:t>Click to edit Master title style</a:t>
            </a:r>
          </a:p>
        </p:txBody>
      </p:sp>
      <p:sp>
        <p:nvSpPr>
          <p:cNvPr id="3" name="Content Placeholder 2"/>
          <p:cNvSpPr>
            <a:spLocks noGrp="1"/>
          </p:cNvSpPr>
          <p:nvPr>
            <p:ph idx="1"/>
          </p:nvPr>
        </p:nvSpPr>
        <p:spPr>
          <a:xfrm>
            <a:off x="381000" y="1600200"/>
            <a:ext cx="11430000" cy="4419600"/>
          </a:xfrm>
          <a:prstGeom prst="rect">
            <a:avLst/>
          </a:prstGeom>
        </p:spPr>
        <p:txBody>
          <a:bodyPr lIns="0" tIns="0" rIns="0" bIns="0"/>
          <a:lstStyle>
            <a:lvl1pPr marL="228594" indent="-228594">
              <a:lnSpc>
                <a:spcPct val="100000"/>
              </a:lnSpc>
              <a:spcBef>
                <a:spcPts val="16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400"/>
              </a:spcBef>
              <a:buClr>
                <a:srgbClr val="808080"/>
              </a:buClr>
              <a:buFont typeface="Arial" panose="020B0604020202020204" pitchFamily="34" charset="0"/>
              <a:buChar char="–"/>
              <a:defRPr sz="1867">
                <a:solidFill>
                  <a:schemeClr val="bg2"/>
                </a:solidFill>
                <a:latin typeface="Arial" panose="020B0604020202020204" pitchFamily="34" charset="0"/>
              </a:defRPr>
            </a:lvl2pPr>
            <a:lvl3pPr marL="1066773" indent="-152396">
              <a:lnSpc>
                <a:spcPct val="100000"/>
              </a:lnSpc>
              <a:spcBef>
                <a:spcPts val="400"/>
              </a:spcBef>
              <a:buClr>
                <a:srgbClr val="808080"/>
              </a:buClr>
              <a:buFont typeface="Arial" panose="020B0604020202020204" pitchFamily="34" charset="0"/>
              <a:buChar char="▪"/>
              <a:defRPr sz="1467">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08284729"/>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ubtitle &amp;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11430000" cy="517064"/>
          </a:xfrm>
          <a:prstGeom prst="rect">
            <a:avLst/>
          </a:prstGeom>
        </p:spPr>
        <p:txBody>
          <a:bodyPr wrap="square" lIns="0" tIns="0" rIns="0" bIns="0">
            <a:spAutoFit/>
          </a:bodyPr>
          <a:lstStyle>
            <a:lvl1pPr>
              <a:defRPr sz="3733">
                <a:solidFill>
                  <a:schemeClr val="bg1"/>
                </a:solidFill>
                <a:latin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381000" y="855741"/>
            <a:ext cx="11430000" cy="287259"/>
          </a:xfrm>
          <a:prstGeom prst="rect">
            <a:avLst/>
          </a:prstGeom>
        </p:spPr>
        <p:txBody>
          <a:bodyPr wrap="square" lIns="0" tIns="0" rIns="0" bIns="0">
            <a:spAutoFit/>
          </a:bodyPr>
          <a:lstStyle>
            <a:lvl1pPr marL="0" indent="0" algn="l">
              <a:lnSpc>
                <a:spcPct val="100000"/>
              </a:lnSpc>
              <a:spcBef>
                <a:spcPts val="0"/>
              </a:spcBef>
              <a:buNone/>
              <a:defRPr sz="1867">
                <a:solidFill>
                  <a:schemeClr val="bg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Content Placeholder 2"/>
          <p:cNvSpPr>
            <a:spLocks noGrp="1"/>
          </p:cNvSpPr>
          <p:nvPr>
            <p:ph idx="10"/>
          </p:nvPr>
        </p:nvSpPr>
        <p:spPr>
          <a:xfrm>
            <a:off x="381000" y="1600200"/>
            <a:ext cx="11430000" cy="4419600"/>
          </a:xfrm>
          <a:prstGeom prst="rect">
            <a:avLst/>
          </a:prstGeom>
        </p:spPr>
        <p:txBody>
          <a:bodyPr lIns="0" tIns="0" rIns="0" bIns="0"/>
          <a:lstStyle>
            <a:lvl1pPr marL="228594" indent="-228594">
              <a:lnSpc>
                <a:spcPct val="100000"/>
              </a:lnSpc>
              <a:spcBef>
                <a:spcPts val="1600"/>
              </a:spcBef>
              <a:buClr>
                <a:srgbClr val="808080"/>
              </a:buClr>
              <a:buFont typeface="Arial" panose="020B0604020202020204" pitchFamily="34" charset="0"/>
              <a:buChar char="•"/>
              <a:defRPr sz="2400">
                <a:solidFill>
                  <a:schemeClr val="bg2"/>
                </a:solidFill>
                <a:latin typeface="Arial" panose="020B0604020202020204" pitchFamily="34" charset="0"/>
              </a:defRPr>
            </a:lvl1pPr>
            <a:lvl2pPr marL="685783" indent="-228594">
              <a:lnSpc>
                <a:spcPct val="100000"/>
              </a:lnSpc>
              <a:spcBef>
                <a:spcPts val="400"/>
              </a:spcBef>
              <a:buClr>
                <a:srgbClr val="808080"/>
              </a:buClr>
              <a:buFont typeface="Arial" panose="020B0604020202020204" pitchFamily="34" charset="0"/>
              <a:buChar char="–"/>
              <a:defRPr sz="1867">
                <a:solidFill>
                  <a:schemeClr val="bg2"/>
                </a:solidFill>
                <a:latin typeface="Arial" panose="020B0604020202020204" pitchFamily="34" charset="0"/>
              </a:defRPr>
            </a:lvl2pPr>
            <a:lvl3pPr marL="1066773" indent="-152396">
              <a:lnSpc>
                <a:spcPct val="100000"/>
              </a:lnSpc>
              <a:spcBef>
                <a:spcPts val="400"/>
              </a:spcBef>
              <a:buClr>
                <a:srgbClr val="808080"/>
              </a:buClr>
              <a:buFont typeface="Arial" panose="020B0604020202020204" pitchFamily="34" charset="0"/>
              <a:buChar char="▪"/>
              <a:defRPr sz="1467">
                <a:solidFill>
                  <a:schemeClr val="bg2"/>
                </a:solidFill>
                <a:latin typeface="Arial" panose="020B0604020202020204" pitchFamily="34" charset="0"/>
              </a:defRPr>
            </a:lvl3pPr>
            <a:lvl4pPr marL="1600160" indent="-228594">
              <a:lnSpc>
                <a:spcPct val="100000"/>
              </a:lnSpc>
              <a:spcBef>
                <a:spcPts val="400"/>
              </a:spcBef>
              <a:buClr>
                <a:schemeClr val="bg1">
                  <a:lumMod val="60000"/>
                  <a:lumOff val="40000"/>
                </a:schemeClr>
              </a:buClr>
              <a:buFont typeface="Arial" panose="020B0604020202020204" pitchFamily="34" charset="0"/>
              <a:buChar char="•"/>
              <a:defRPr sz="1200"/>
            </a:lvl4pPr>
            <a:lvl5pPr marL="2057349" indent="-228594">
              <a:lnSpc>
                <a:spcPct val="100000"/>
              </a:lnSpc>
              <a:spcBef>
                <a:spcPts val="400"/>
              </a:spcBef>
              <a:buClr>
                <a:schemeClr val="bg1">
                  <a:lumMod val="60000"/>
                  <a:lumOff val="40000"/>
                </a:schemeClr>
              </a:buClr>
              <a:buFont typeface="Arial" panose="020B0604020202020204" pitchFamily="34" charset="0"/>
              <a:buChar cha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4713644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Title 1"/>
          <p:cNvSpPr>
            <a:spLocks noGrp="1"/>
          </p:cNvSpPr>
          <p:nvPr>
            <p:ph type="title"/>
          </p:nvPr>
        </p:nvSpPr>
        <p:spPr>
          <a:xfrm>
            <a:off x="374650" y="304800"/>
            <a:ext cx="11436351" cy="517064"/>
          </a:xfrm>
          <a:prstGeom prst="rect">
            <a:avLst/>
          </a:prstGeom>
        </p:spPr>
        <p:txBody>
          <a:bodyPr wrap="square" lIns="0" tIns="0" rIns="0" bIns="0">
            <a:spAutoFit/>
          </a:bodyPr>
          <a:lstStyle>
            <a:lvl1pPr>
              <a:defRPr lang="en-US" sz="3733" dirty="0">
                <a:solidFill>
                  <a:schemeClr val="bg1"/>
                </a:solidFill>
                <a:latin typeface="Arial" panose="020B0604020202020204" pitchFamily="34" charset="0"/>
              </a:defRPr>
            </a:lvl1pPr>
          </a:lstStyle>
          <a:p>
            <a:pPr lvl="0"/>
            <a:r>
              <a:rPr lang="en-US"/>
              <a:t>Click to edit Master title style</a:t>
            </a:r>
          </a:p>
        </p:txBody>
      </p:sp>
      <p:sp>
        <p:nvSpPr>
          <p:cNvPr id="10" name="Content Placeholder 9"/>
          <p:cNvSpPr>
            <a:spLocks noGrp="1"/>
          </p:cNvSpPr>
          <p:nvPr>
            <p:ph sz="quarter" idx="10"/>
          </p:nvPr>
        </p:nvSpPr>
        <p:spPr>
          <a:xfrm>
            <a:off x="381000" y="1600200"/>
            <a:ext cx="5410200" cy="4419600"/>
          </a:xfrm>
          <a:prstGeom prst="rect">
            <a:avLst/>
          </a:prstGeom>
        </p:spPr>
        <p:txBody>
          <a:bodyPr lIns="0" tIns="0" rIns="0" bIns="0"/>
          <a:lstStyle>
            <a:lvl1pPr>
              <a:lnSpc>
                <a:spcPct val="100000"/>
              </a:lnSpc>
              <a:spcBef>
                <a:spcPts val="1600"/>
              </a:spcBef>
              <a:buClr>
                <a:srgbClr val="808080"/>
              </a:buClr>
              <a:defRPr sz="2400">
                <a:solidFill>
                  <a:schemeClr val="bg2"/>
                </a:solidFill>
              </a:defRPr>
            </a:lvl1pPr>
            <a:lvl2pPr marL="685783" indent="-228594">
              <a:lnSpc>
                <a:spcPct val="100000"/>
              </a:lnSpc>
              <a:spcBef>
                <a:spcPts val="400"/>
              </a:spcBef>
              <a:buClr>
                <a:srgbClr val="808080"/>
              </a:buClr>
              <a:buFont typeface="Arial" panose="020B0604020202020204" pitchFamily="34" charset="0"/>
              <a:buChar char="–"/>
              <a:defRPr sz="1867">
                <a:solidFill>
                  <a:schemeClr val="bg2"/>
                </a:solidFill>
              </a:defRPr>
            </a:lvl2pPr>
            <a:lvl3pPr marL="1142971" indent="-228594">
              <a:lnSpc>
                <a:spcPct val="100000"/>
              </a:lnSpc>
              <a:spcBef>
                <a:spcPts val="400"/>
              </a:spcBef>
              <a:buClr>
                <a:srgbClr val="808080"/>
              </a:buClr>
              <a:buFont typeface="Wingdings" panose="05000000000000000000" pitchFamily="2" charset="2"/>
              <a:buChar char="§"/>
              <a:defRPr sz="1467">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1" name="Content Placeholder 9"/>
          <p:cNvSpPr>
            <a:spLocks noGrp="1"/>
          </p:cNvSpPr>
          <p:nvPr>
            <p:ph sz="quarter" idx="11"/>
          </p:nvPr>
        </p:nvSpPr>
        <p:spPr>
          <a:xfrm>
            <a:off x="6400800" y="1600200"/>
            <a:ext cx="5410200" cy="4419600"/>
          </a:xfrm>
          <a:prstGeom prst="rect">
            <a:avLst/>
          </a:prstGeom>
        </p:spPr>
        <p:txBody>
          <a:bodyPr lIns="0" tIns="0" rIns="0" bIns="0"/>
          <a:lstStyle>
            <a:lvl1pPr>
              <a:lnSpc>
                <a:spcPct val="100000"/>
              </a:lnSpc>
              <a:spcBef>
                <a:spcPts val="1600"/>
              </a:spcBef>
              <a:buClr>
                <a:srgbClr val="808080"/>
              </a:buClr>
              <a:defRPr sz="2400">
                <a:solidFill>
                  <a:schemeClr val="bg2"/>
                </a:solidFill>
              </a:defRPr>
            </a:lvl1pPr>
            <a:lvl2pPr marL="685783" indent="-228594">
              <a:lnSpc>
                <a:spcPct val="100000"/>
              </a:lnSpc>
              <a:spcBef>
                <a:spcPts val="400"/>
              </a:spcBef>
              <a:buClr>
                <a:srgbClr val="808080"/>
              </a:buClr>
              <a:buFont typeface="Arial" panose="020B0604020202020204" pitchFamily="34" charset="0"/>
              <a:buChar char="–"/>
              <a:defRPr sz="1867">
                <a:solidFill>
                  <a:schemeClr val="bg2"/>
                </a:solidFill>
              </a:defRPr>
            </a:lvl2pPr>
            <a:lvl3pPr marL="1142971" indent="-228594">
              <a:lnSpc>
                <a:spcPct val="100000"/>
              </a:lnSpc>
              <a:spcBef>
                <a:spcPts val="400"/>
              </a:spcBef>
              <a:buClr>
                <a:srgbClr val="808080"/>
              </a:buClr>
              <a:buFont typeface="Wingdings" panose="05000000000000000000" pitchFamily="2" charset="2"/>
              <a:buChar char="§"/>
              <a:defRPr sz="1467">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34928721"/>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s w subtitles">
    <p:spTree>
      <p:nvGrpSpPr>
        <p:cNvPr id="1" name=""/>
        <p:cNvGrpSpPr/>
        <p:nvPr/>
      </p:nvGrpSpPr>
      <p:grpSpPr>
        <a:xfrm>
          <a:off x="0" y="0"/>
          <a:ext cx="0" cy="0"/>
          <a:chOff x="0" y="0"/>
          <a:chExt cx="0" cy="0"/>
        </a:xfrm>
      </p:grpSpPr>
      <p:sp>
        <p:nvSpPr>
          <p:cNvPr id="2" name="Title 1"/>
          <p:cNvSpPr>
            <a:spLocks noGrp="1"/>
          </p:cNvSpPr>
          <p:nvPr>
            <p:ph type="title"/>
          </p:nvPr>
        </p:nvSpPr>
        <p:spPr>
          <a:xfrm>
            <a:off x="374650" y="304800"/>
            <a:ext cx="11436351" cy="517064"/>
          </a:xfrm>
          <a:prstGeom prst="rect">
            <a:avLst/>
          </a:prstGeom>
        </p:spPr>
        <p:txBody>
          <a:bodyPr wrap="square" lIns="0" tIns="0" rIns="0" bIns="0">
            <a:spAutoFit/>
          </a:bodyPr>
          <a:lstStyle>
            <a:lvl1pPr>
              <a:defRPr lang="en-US" sz="3733" dirty="0">
                <a:solidFill>
                  <a:schemeClr val="bg1"/>
                </a:solidFill>
                <a:latin typeface="Arial" panose="020B0604020202020204" pitchFamily="34" charset="0"/>
              </a:defRPr>
            </a:lvl1pPr>
          </a:lstStyle>
          <a:p>
            <a:pPr lvl="0"/>
            <a:r>
              <a:rPr lang="en-US"/>
              <a:t>Click to edit Master title style</a:t>
            </a:r>
          </a:p>
        </p:txBody>
      </p:sp>
      <p:sp>
        <p:nvSpPr>
          <p:cNvPr id="4" name="Content Placeholder 3">
            <a:extLst>
              <a:ext uri="{FF2B5EF4-FFF2-40B4-BE49-F238E27FC236}">
                <a16:creationId xmlns:a16="http://schemas.microsoft.com/office/drawing/2014/main" id="{C1F1CEAD-C06E-4DD6-958D-A69C28387D94}"/>
              </a:ext>
            </a:extLst>
          </p:cNvPr>
          <p:cNvSpPr>
            <a:spLocks noGrp="1"/>
          </p:cNvSpPr>
          <p:nvPr>
            <p:ph sz="quarter" idx="13"/>
          </p:nvPr>
        </p:nvSpPr>
        <p:spPr>
          <a:xfrm>
            <a:off x="381000" y="1295400"/>
            <a:ext cx="5410200" cy="5257800"/>
          </a:xfrm>
          <a:prstGeom prst="rect">
            <a:avLst/>
          </a:prstGeom>
        </p:spPr>
        <p:txBody>
          <a:bodyPr lIns="0" tIns="0" rIns="0" bIns="91440"/>
          <a:lstStyle>
            <a:lvl1pPr marL="0" indent="0">
              <a:lnSpc>
                <a:spcPct val="100000"/>
              </a:lnSpc>
              <a:spcBef>
                <a:spcPts val="2400"/>
              </a:spcBef>
              <a:buNone/>
              <a:defRPr sz="2667" baseline="0">
                <a:solidFill>
                  <a:schemeClr val="bg1"/>
                </a:solidFill>
              </a:defRPr>
            </a:lvl1pPr>
            <a:lvl2pPr marL="230712" indent="-230712">
              <a:lnSpc>
                <a:spcPct val="100000"/>
              </a:lnSpc>
              <a:spcBef>
                <a:spcPts val="1600"/>
              </a:spcBef>
              <a:buClr>
                <a:srgbClr val="808080"/>
              </a:buClr>
              <a:defRPr>
                <a:solidFill>
                  <a:schemeClr val="bg2"/>
                </a:solidFill>
              </a:defRPr>
            </a:lvl2pPr>
            <a:lvl3pPr marL="685783" indent="-230712">
              <a:lnSpc>
                <a:spcPct val="100000"/>
              </a:lnSpc>
              <a:spcBef>
                <a:spcPts val="400"/>
              </a:spcBef>
              <a:buClr>
                <a:srgbClr val="808080"/>
              </a:buClr>
              <a:buFont typeface="Arial" panose="020B0604020202020204" pitchFamily="34" charset="0"/>
              <a:buChar char="–"/>
              <a:defRPr sz="1867">
                <a:solidFill>
                  <a:schemeClr val="bg2"/>
                </a:solidFill>
              </a:defRPr>
            </a:lvl3pPr>
            <a:lvl4pPr marL="1140855" indent="-224361">
              <a:lnSpc>
                <a:spcPct val="100000"/>
              </a:lnSpc>
              <a:spcBef>
                <a:spcPts val="400"/>
              </a:spcBef>
              <a:buClr>
                <a:srgbClr val="808080"/>
              </a:buClr>
              <a:buFont typeface="Wingdings" panose="05000000000000000000" pitchFamily="2" charset="2"/>
              <a:buChar char="§"/>
              <a:defRPr sz="1467">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Content Placeholder 3">
            <a:extLst>
              <a:ext uri="{FF2B5EF4-FFF2-40B4-BE49-F238E27FC236}">
                <a16:creationId xmlns:a16="http://schemas.microsoft.com/office/drawing/2014/main" id="{A0C49344-5A94-4BB8-B1F8-EC9EB43874D0}"/>
              </a:ext>
            </a:extLst>
          </p:cNvPr>
          <p:cNvSpPr>
            <a:spLocks noGrp="1"/>
          </p:cNvSpPr>
          <p:nvPr>
            <p:ph sz="quarter" idx="14"/>
          </p:nvPr>
        </p:nvSpPr>
        <p:spPr>
          <a:xfrm>
            <a:off x="6400800" y="1295400"/>
            <a:ext cx="5410200" cy="5257800"/>
          </a:xfrm>
          <a:prstGeom prst="rect">
            <a:avLst/>
          </a:prstGeom>
        </p:spPr>
        <p:txBody>
          <a:bodyPr lIns="0" tIns="0" rIns="0" bIns="91440"/>
          <a:lstStyle>
            <a:lvl1pPr marL="0" indent="0">
              <a:lnSpc>
                <a:spcPct val="100000"/>
              </a:lnSpc>
              <a:spcBef>
                <a:spcPts val="2400"/>
              </a:spcBef>
              <a:buNone/>
              <a:defRPr sz="2667" baseline="0">
                <a:solidFill>
                  <a:schemeClr val="bg1"/>
                </a:solidFill>
              </a:defRPr>
            </a:lvl1pPr>
            <a:lvl2pPr marL="230712" indent="-230712">
              <a:lnSpc>
                <a:spcPct val="100000"/>
              </a:lnSpc>
              <a:spcBef>
                <a:spcPts val="1600"/>
              </a:spcBef>
              <a:buClr>
                <a:srgbClr val="808080"/>
              </a:buClr>
              <a:defRPr>
                <a:solidFill>
                  <a:schemeClr val="bg2"/>
                </a:solidFill>
              </a:defRPr>
            </a:lvl2pPr>
            <a:lvl3pPr marL="685783" indent="-230712">
              <a:lnSpc>
                <a:spcPct val="100000"/>
              </a:lnSpc>
              <a:spcBef>
                <a:spcPts val="400"/>
              </a:spcBef>
              <a:buClr>
                <a:srgbClr val="808080"/>
              </a:buClr>
              <a:buFont typeface="Arial" panose="020B0604020202020204" pitchFamily="34" charset="0"/>
              <a:buChar char="–"/>
              <a:defRPr sz="1867">
                <a:solidFill>
                  <a:schemeClr val="bg2"/>
                </a:solidFill>
              </a:defRPr>
            </a:lvl3pPr>
            <a:lvl4pPr marL="1140855" indent="-224361">
              <a:lnSpc>
                <a:spcPct val="100000"/>
              </a:lnSpc>
              <a:spcBef>
                <a:spcPts val="400"/>
              </a:spcBef>
              <a:buClr>
                <a:srgbClr val="808080"/>
              </a:buClr>
              <a:buFont typeface="Wingdings" panose="05000000000000000000" pitchFamily="2" charset="2"/>
              <a:buChar char="§"/>
              <a:defRPr sz="1467">
                <a:solidFill>
                  <a:schemeClr val="bg2"/>
                </a:solidFill>
              </a:defRPr>
            </a:lvl4pPr>
            <a:lvl5pPr>
              <a:lnSpc>
                <a:spcPct val="100000"/>
              </a:lnSpc>
              <a:spcBef>
                <a:spcPts val="400"/>
              </a:spcBef>
              <a:buClr>
                <a:srgbClr val="808080"/>
              </a:buClr>
              <a:defRPr sz="1867">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04581280"/>
      </p:ext>
    </p:extLst>
  </p:cSld>
  <p:clrMapOvr>
    <a:masterClrMapping/>
  </p:clrMapOvr>
  <p:extLst>
    <p:ext uri="{DCECCB84-F9BA-43D5-87BE-67443E8EF086}">
      <p15:sldGuideLst xmlns:p15="http://schemas.microsoft.com/office/powerpoint/2012/main">
        <p15:guide id="1" orient="horz" pos="14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umns w subtitles">
    <p:spTree>
      <p:nvGrpSpPr>
        <p:cNvPr id="1" name=""/>
        <p:cNvGrpSpPr/>
        <p:nvPr/>
      </p:nvGrpSpPr>
      <p:grpSpPr>
        <a:xfrm>
          <a:off x="0" y="0"/>
          <a:ext cx="0" cy="0"/>
          <a:chOff x="0" y="0"/>
          <a:chExt cx="0" cy="0"/>
        </a:xfrm>
      </p:grpSpPr>
      <p:sp>
        <p:nvSpPr>
          <p:cNvPr id="2" name="Title 1"/>
          <p:cNvSpPr>
            <a:spLocks noGrp="1"/>
          </p:cNvSpPr>
          <p:nvPr>
            <p:ph type="title"/>
          </p:nvPr>
        </p:nvSpPr>
        <p:spPr>
          <a:xfrm>
            <a:off x="374650" y="304800"/>
            <a:ext cx="11436351" cy="517064"/>
          </a:xfrm>
          <a:prstGeom prst="rect">
            <a:avLst/>
          </a:prstGeom>
        </p:spPr>
        <p:txBody>
          <a:bodyPr wrap="square" lIns="0" tIns="0" rIns="0" bIns="0">
            <a:spAutoFit/>
          </a:bodyPr>
          <a:lstStyle>
            <a:lvl1pPr>
              <a:defRPr lang="en-US" sz="3733" dirty="0">
                <a:solidFill>
                  <a:schemeClr val="bg1"/>
                </a:solidFill>
                <a:latin typeface="Arial" panose="020B0604020202020204" pitchFamily="34" charset="0"/>
              </a:defRPr>
            </a:lvl1pPr>
          </a:lstStyle>
          <a:p>
            <a:pPr lvl="0"/>
            <a:r>
              <a:rPr lang="en-US"/>
              <a:t>Click to edit Master title style</a:t>
            </a:r>
          </a:p>
        </p:txBody>
      </p:sp>
      <p:sp>
        <p:nvSpPr>
          <p:cNvPr id="9" name="Content Placeholder 9"/>
          <p:cNvSpPr>
            <a:spLocks noGrp="1"/>
          </p:cNvSpPr>
          <p:nvPr>
            <p:ph sz="quarter" idx="13"/>
          </p:nvPr>
        </p:nvSpPr>
        <p:spPr>
          <a:xfrm>
            <a:off x="381000" y="1295400"/>
            <a:ext cx="3581400" cy="4724400"/>
          </a:xfrm>
          <a:prstGeom prst="rect">
            <a:avLst/>
          </a:prstGeom>
        </p:spPr>
        <p:txBody>
          <a:bodyPr lIns="0" tIns="0" rIns="0" bIns="0"/>
          <a:lstStyle>
            <a:lvl1pPr marL="0" indent="0">
              <a:lnSpc>
                <a:spcPct val="100000"/>
              </a:lnSpc>
              <a:spcBef>
                <a:spcPts val="1600"/>
              </a:spcBef>
              <a:buClr>
                <a:srgbClr val="808080"/>
              </a:buClr>
              <a:buNone/>
              <a:defRPr sz="2400">
                <a:solidFill>
                  <a:schemeClr val="bg1"/>
                </a:solidFill>
              </a:defRPr>
            </a:lvl1pPr>
            <a:lvl2pPr marL="228594" indent="-228594">
              <a:lnSpc>
                <a:spcPct val="100000"/>
              </a:lnSpc>
              <a:spcBef>
                <a:spcPts val="1600"/>
              </a:spcBef>
              <a:buClr>
                <a:srgbClr val="808080"/>
              </a:buClr>
              <a:buFont typeface="Arial" panose="020B0604020202020204" pitchFamily="34" charset="0"/>
              <a:buChar char="•"/>
              <a:defRPr sz="2133">
                <a:solidFill>
                  <a:schemeClr val="bg2"/>
                </a:solidFill>
              </a:defRPr>
            </a:lvl2pPr>
            <a:lvl3pPr marL="685783" indent="-228594">
              <a:lnSpc>
                <a:spcPct val="100000"/>
              </a:lnSpc>
              <a:spcBef>
                <a:spcPts val="400"/>
              </a:spcBef>
              <a:buClr>
                <a:srgbClr val="808080"/>
              </a:buClr>
              <a:buFont typeface="Arial" panose="020B0604020202020204" pitchFamily="34" charset="0"/>
              <a:buChar char="–"/>
              <a:defRPr sz="16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0" name="Content Placeholder 9"/>
          <p:cNvSpPr>
            <a:spLocks noGrp="1"/>
          </p:cNvSpPr>
          <p:nvPr>
            <p:ph sz="quarter" idx="11"/>
          </p:nvPr>
        </p:nvSpPr>
        <p:spPr>
          <a:xfrm>
            <a:off x="4305300" y="1295400"/>
            <a:ext cx="3581400" cy="4724400"/>
          </a:xfrm>
          <a:prstGeom prst="rect">
            <a:avLst/>
          </a:prstGeom>
        </p:spPr>
        <p:txBody>
          <a:bodyPr lIns="0" tIns="0" rIns="0" bIns="0"/>
          <a:lstStyle>
            <a:lvl1pPr marL="0" indent="0">
              <a:lnSpc>
                <a:spcPct val="100000"/>
              </a:lnSpc>
              <a:spcBef>
                <a:spcPts val="1600"/>
              </a:spcBef>
              <a:buClr>
                <a:srgbClr val="808080"/>
              </a:buClr>
              <a:buNone/>
              <a:defRPr sz="2400">
                <a:solidFill>
                  <a:schemeClr val="bg1"/>
                </a:solidFill>
              </a:defRPr>
            </a:lvl1pPr>
            <a:lvl2pPr marL="228594" indent="-228594">
              <a:lnSpc>
                <a:spcPct val="100000"/>
              </a:lnSpc>
              <a:spcBef>
                <a:spcPts val="1600"/>
              </a:spcBef>
              <a:buClr>
                <a:srgbClr val="808080"/>
              </a:buClr>
              <a:buFont typeface="Arial" panose="020B0604020202020204" pitchFamily="34" charset="0"/>
              <a:buChar char="•"/>
              <a:defRPr sz="2133">
                <a:solidFill>
                  <a:schemeClr val="bg2"/>
                </a:solidFill>
              </a:defRPr>
            </a:lvl2pPr>
            <a:lvl3pPr marL="685783" indent="-228594">
              <a:lnSpc>
                <a:spcPct val="100000"/>
              </a:lnSpc>
              <a:spcBef>
                <a:spcPts val="400"/>
              </a:spcBef>
              <a:buClr>
                <a:srgbClr val="808080"/>
              </a:buClr>
              <a:buFont typeface="Arial" panose="020B0604020202020204" pitchFamily="34" charset="0"/>
              <a:buChar char="–"/>
              <a:defRPr sz="16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1" name="Content Placeholder 9"/>
          <p:cNvSpPr>
            <a:spLocks noGrp="1"/>
          </p:cNvSpPr>
          <p:nvPr>
            <p:ph sz="quarter" idx="14"/>
          </p:nvPr>
        </p:nvSpPr>
        <p:spPr>
          <a:xfrm>
            <a:off x="8229600" y="1295400"/>
            <a:ext cx="3581400" cy="4724400"/>
          </a:xfrm>
          <a:prstGeom prst="rect">
            <a:avLst/>
          </a:prstGeom>
        </p:spPr>
        <p:txBody>
          <a:bodyPr lIns="0" tIns="0" rIns="0" bIns="0"/>
          <a:lstStyle>
            <a:lvl1pPr marL="0" indent="0">
              <a:lnSpc>
                <a:spcPct val="100000"/>
              </a:lnSpc>
              <a:spcBef>
                <a:spcPts val="1600"/>
              </a:spcBef>
              <a:buClr>
                <a:srgbClr val="808080"/>
              </a:buClr>
              <a:buNone/>
              <a:defRPr sz="2400">
                <a:solidFill>
                  <a:schemeClr val="bg1"/>
                </a:solidFill>
              </a:defRPr>
            </a:lvl1pPr>
            <a:lvl2pPr marL="228594" indent="-228594">
              <a:lnSpc>
                <a:spcPct val="100000"/>
              </a:lnSpc>
              <a:spcBef>
                <a:spcPts val="1600"/>
              </a:spcBef>
              <a:buClr>
                <a:srgbClr val="808080"/>
              </a:buClr>
              <a:buFont typeface="Arial" panose="020B0604020202020204" pitchFamily="34" charset="0"/>
              <a:buChar char="•"/>
              <a:defRPr sz="2133">
                <a:solidFill>
                  <a:schemeClr val="bg2"/>
                </a:solidFill>
              </a:defRPr>
            </a:lvl2pPr>
            <a:lvl3pPr marL="685783" indent="-228594">
              <a:lnSpc>
                <a:spcPct val="100000"/>
              </a:lnSpc>
              <a:spcBef>
                <a:spcPts val="400"/>
              </a:spcBef>
              <a:buClr>
                <a:srgbClr val="808080"/>
              </a:buClr>
              <a:buFont typeface="Arial" panose="020B0604020202020204" pitchFamily="34" charset="0"/>
              <a:buChar char="–"/>
              <a:defRPr sz="1600">
                <a:solidFill>
                  <a:schemeClr val="bg2"/>
                </a:solidFill>
              </a:defRPr>
            </a:lvl3pPr>
            <a:lvl4pPr marL="1600160" indent="-228594">
              <a:buClr>
                <a:srgbClr val="808080"/>
              </a:buClr>
              <a:buFont typeface="Arial" panose="020B0604020202020204" pitchFamily="34" charset="0"/>
              <a:buChar char="–"/>
              <a:defRPr sz="1867">
                <a:solidFill>
                  <a:schemeClr val="bg2"/>
                </a:solidFill>
              </a:defRPr>
            </a:lvl4pPr>
            <a:lvl5pPr marL="2057349" indent="-228594">
              <a:buClr>
                <a:srgbClr val="808080"/>
              </a:buClr>
              <a:buFont typeface="Arial" panose="020B0604020202020204" pitchFamily="34" charset="0"/>
              <a:buChar char="–"/>
              <a:defRPr sz="1867">
                <a:solidFill>
                  <a:schemeClr val="bg2"/>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30666603"/>
      </p:ext>
    </p:extLst>
  </p:cSld>
  <p:clrMapOvr>
    <a:masterClrMapping/>
  </p:clrMapOvr>
  <p:extLst>
    <p:ext uri="{DCECCB84-F9BA-43D5-87BE-67443E8EF086}">
      <p15:sldGuideLst xmlns:p15="http://schemas.microsoft.com/office/powerpoint/2012/main">
        <p15:guide id="1" orient="horz" pos="155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1CDB-95CE-458B-A911-027A05894B80}"/>
              </a:ext>
            </a:extLst>
          </p:cNvPr>
          <p:cNvSpPr>
            <a:spLocks noGrp="1"/>
          </p:cNvSpPr>
          <p:nvPr>
            <p:ph type="title"/>
          </p:nvPr>
        </p:nvSpPr>
        <p:spPr>
          <a:xfrm>
            <a:off x="838200" y="-457200"/>
            <a:ext cx="10515600" cy="395816"/>
          </a:xfrm>
          <a:prstGeom prst="rect">
            <a:avLst/>
          </a:prstGeom>
        </p:spPr>
        <p:txBody>
          <a:bodyPr/>
          <a:lstStyle>
            <a:lvl1pPr algn="ctr">
              <a:defRPr sz="2400"/>
            </a:lvl1pPr>
          </a:lstStyle>
          <a:p>
            <a:r>
              <a:rPr lang="en-US"/>
              <a:t>Click to edit Master title style</a:t>
            </a:r>
          </a:p>
        </p:txBody>
      </p:sp>
    </p:spTree>
    <p:extLst>
      <p:ext uri="{BB962C8B-B14F-4D97-AF65-F5344CB8AC3E}">
        <p14:creationId xmlns:p14="http://schemas.microsoft.com/office/powerpoint/2010/main" val="2815192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p:bg>
      <p:bgPr>
        <a:gradFill>
          <a:gsLst>
            <a:gs pos="0">
              <a:schemeClr val="accent6"/>
            </a:gs>
            <a:gs pos="26000">
              <a:schemeClr val="bg1"/>
            </a:gs>
            <a:gs pos="100000">
              <a:schemeClr val="accent1"/>
            </a:gs>
          </a:gsLst>
          <a:lin ang="27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2431804"/>
            <a:ext cx="10515600" cy="1994392"/>
          </a:xfrm>
          <a:prstGeom prst="rect">
            <a:avLst/>
          </a:prstGeom>
        </p:spPr>
        <p:txBody>
          <a:bodyPr lIns="0" tIns="0" rIns="0" bIns="0" anchor="ctr" anchorCtr="0">
            <a:spAutoFit/>
          </a:bodyPr>
          <a:lstStyle>
            <a:lvl1pPr>
              <a:defRPr sz="7200">
                <a:solidFill>
                  <a:schemeClr val="tx2"/>
                </a:solidFill>
                <a:latin typeface="Arial" panose="020B0604020202020204" pitchFamily="34" charset="0"/>
              </a:defRPr>
            </a:lvl1pPr>
          </a:lstStyle>
          <a:p>
            <a:r>
              <a:rPr lang="en-US"/>
              <a:t>Click to edit Master title style</a:t>
            </a:r>
          </a:p>
        </p:txBody>
      </p:sp>
      <p:pic>
        <p:nvPicPr>
          <p:cNvPr id="4" name="Picture 3" descr="Dell Technologies logo"/>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3809752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9C03A730-380C-4FA4-95A5-73BF7ACCF659}"/>
              </a:ext>
            </a:extLst>
          </p:cNvPr>
          <p:cNvSpPr/>
          <p:nvPr userDrawn="1"/>
        </p:nvSpPr>
        <p:spPr>
          <a:xfrm>
            <a:off x="0" y="0"/>
            <a:ext cx="12192000" cy="6858000"/>
          </a:xfrm>
          <a:prstGeom prst="rect">
            <a:avLst/>
          </a:prstGeom>
          <a:solidFill>
            <a:schemeClr val="bg2">
              <a:alpha val="6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pic>
        <p:nvPicPr>
          <p:cNvPr id="4" name="Picture 3" descr="Dell Technologies logo"/>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grpSp>
        <p:nvGrpSpPr>
          <p:cNvPr id="14" name="Group 13">
            <a:extLst>
              <a:ext uri="{FF2B5EF4-FFF2-40B4-BE49-F238E27FC236}">
                <a16:creationId xmlns:a16="http://schemas.microsoft.com/office/drawing/2014/main" id="{B238017D-5F5C-4D4F-9AC3-C58422C9CF5D}"/>
              </a:ext>
            </a:extLst>
          </p:cNvPr>
          <p:cNvGrpSpPr/>
          <p:nvPr userDrawn="1"/>
        </p:nvGrpSpPr>
        <p:grpSpPr>
          <a:xfrm>
            <a:off x="10953754" y="142877"/>
            <a:ext cx="1109537" cy="430824"/>
            <a:chOff x="7682331" y="329463"/>
            <a:chExt cx="1331445" cy="516989"/>
          </a:xfrm>
        </p:grpSpPr>
        <p:pic>
          <p:nvPicPr>
            <p:cNvPr id="15" name="Picture 14">
              <a:extLst>
                <a:ext uri="{FF2B5EF4-FFF2-40B4-BE49-F238E27FC236}">
                  <a16:creationId xmlns:a16="http://schemas.microsoft.com/office/drawing/2014/main" id="{786D6F1C-A6BF-473A-8E0C-44A7B12CD380}"/>
                </a:ext>
              </a:extLst>
            </p:cNvPr>
            <p:cNvPicPr>
              <a:picLocks noChangeAspect="1"/>
            </p:cNvPicPr>
            <p:nvPr/>
          </p:nvPicPr>
          <p:blipFill>
            <a:blip r:embed="rId4"/>
            <a:stretch>
              <a:fillRect/>
            </a:stretch>
          </p:blipFill>
          <p:spPr>
            <a:xfrm>
              <a:off x="7682331" y="329463"/>
              <a:ext cx="734264" cy="516989"/>
            </a:xfrm>
            <a:prstGeom prst="rect">
              <a:avLst/>
            </a:prstGeom>
          </p:spPr>
        </p:pic>
        <p:sp>
          <p:nvSpPr>
            <p:cNvPr id="16" name="TextBox 15">
              <a:extLst>
                <a:ext uri="{FF2B5EF4-FFF2-40B4-BE49-F238E27FC236}">
                  <a16:creationId xmlns:a16="http://schemas.microsoft.com/office/drawing/2014/main" id="{89B8BCCF-BF42-4B1F-B467-8CED3C64C930}"/>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spTree>
    <p:extLst>
      <p:ext uri="{BB962C8B-B14F-4D97-AF65-F5344CB8AC3E}">
        <p14:creationId xmlns:p14="http://schemas.microsoft.com/office/powerpoint/2010/main" val="3127878765"/>
      </p:ext>
    </p:extLst>
  </p:cSld>
  <p:clrMapOvr>
    <a:masterClrMapping/>
  </p:clrMapOvr>
  <p:extLst>
    <p:ext uri="{DCECCB84-F9BA-43D5-87BE-67443E8EF086}">
      <p15:sldGuideLst xmlns:p15="http://schemas.microsoft.com/office/powerpoint/2012/main">
        <p15:guide id="1" orient="horz" pos="403">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144260-1D3C-49BC-8CD2-A828CF118F51}"/>
              </a:ext>
            </a:extLst>
          </p:cNvPr>
          <p:cNvSpPr/>
          <p:nvPr userDrawn="1"/>
        </p:nvSpPr>
        <p:spPr>
          <a:xfrm>
            <a:off x="0" y="0"/>
            <a:ext cx="12192000" cy="6858000"/>
          </a:xfrm>
          <a:prstGeom prst="rect">
            <a:avLst/>
          </a:prstGeom>
          <a:solidFill>
            <a:schemeClr val="bg2">
              <a:alpha val="7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F9744C77-7E0D-4428-BDEC-B844B22A3D49}"/>
              </a:ext>
            </a:extLst>
          </p:cNvPr>
          <p:cNvGrpSpPr/>
          <p:nvPr userDrawn="1"/>
        </p:nvGrpSpPr>
        <p:grpSpPr>
          <a:xfrm>
            <a:off x="10953754" y="142877"/>
            <a:ext cx="1109537" cy="430824"/>
            <a:chOff x="7682331" y="329463"/>
            <a:chExt cx="1331445" cy="516989"/>
          </a:xfrm>
        </p:grpSpPr>
        <p:pic>
          <p:nvPicPr>
            <p:cNvPr id="7" name="Picture 6">
              <a:extLst>
                <a:ext uri="{FF2B5EF4-FFF2-40B4-BE49-F238E27FC236}">
                  <a16:creationId xmlns:a16="http://schemas.microsoft.com/office/drawing/2014/main" id="{F1442D8D-447F-4757-9C76-FBF1B621D76A}"/>
                </a:ext>
              </a:extLst>
            </p:cNvPr>
            <p:cNvPicPr>
              <a:picLocks noChangeAspect="1"/>
            </p:cNvPicPr>
            <p:nvPr/>
          </p:nvPicPr>
          <p:blipFill>
            <a:blip r:embed="rId3"/>
            <a:stretch>
              <a:fillRect/>
            </a:stretch>
          </p:blipFill>
          <p:spPr>
            <a:xfrm>
              <a:off x="7682331" y="329463"/>
              <a:ext cx="734264" cy="516989"/>
            </a:xfrm>
            <a:prstGeom prst="rect">
              <a:avLst/>
            </a:prstGeom>
          </p:spPr>
        </p:pic>
        <p:sp>
          <p:nvSpPr>
            <p:cNvPr id="8" name="TextBox 7">
              <a:extLst>
                <a:ext uri="{FF2B5EF4-FFF2-40B4-BE49-F238E27FC236}">
                  <a16:creationId xmlns:a16="http://schemas.microsoft.com/office/drawing/2014/main" id="{66BFE56A-6591-432B-9AA4-ACB5F9FD1076}"/>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4" name="Picture 3" descr="Dell Technologies logo"/>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739486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5142488-2715-49A6-9AF6-B257B7852C7B}"/>
              </a:ext>
            </a:extLst>
          </p:cNvPr>
          <p:cNvSpPr/>
          <p:nvPr userDrawn="1"/>
        </p:nvSpPr>
        <p:spPr>
          <a:xfrm>
            <a:off x="0" y="0"/>
            <a:ext cx="12192000" cy="6858000"/>
          </a:xfrm>
          <a:prstGeom prst="rect">
            <a:avLst/>
          </a:prstGeom>
          <a:solidFill>
            <a:schemeClr val="bg2">
              <a:alpha val="75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grpSp>
        <p:nvGrpSpPr>
          <p:cNvPr id="6" name="Group 5">
            <a:extLst>
              <a:ext uri="{FF2B5EF4-FFF2-40B4-BE49-F238E27FC236}">
                <a16:creationId xmlns:a16="http://schemas.microsoft.com/office/drawing/2014/main" id="{22AE107F-F339-4E68-8012-C40E2868DB28}"/>
              </a:ext>
            </a:extLst>
          </p:cNvPr>
          <p:cNvGrpSpPr/>
          <p:nvPr userDrawn="1"/>
        </p:nvGrpSpPr>
        <p:grpSpPr>
          <a:xfrm>
            <a:off x="10953754" y="142877"/>
            <a:ext cx="1109537" cy="430824"/>
            <a:chOff x="7682331" y="329463"/>
            <a:chExt cx="1331445" cy="516989"/>
          </a:xfrm>
        </p:grpSpPr>
        <p:pic>
          <p:nvPicPr>
            <p:cNvPr id="7" name="Picture 6">
              <a:extLst>
                <a:ext uri="{FF2B5EF4-FFF2-40B4-BE49-F238E27FC236}">
                  <a16:creationId xmlns:a16="http://schemas.microsoft.com/office/drawing/2014/main" id="{129360C8-CC56-4448-BFDD-8721995F73F8}"/>
                </a:ext>
              </a:extLst>
            </p:cNvPr>
            <p:cNvPicPr>
              <a:picLocks noChangeAspect="1"/>
            </p:cNvPicPr>
            <p:nvPr/>
          </p:nvPicPr>
          <p:blipFill>
            <a:blip r:embed="rId3"/>
            <a:stretch>
              <a:fillRect/>
            </a:stretch>
          </p:blipFill>
          <p:spPr>
            <a:xfrm>
              <a:off x="7682331" y="329463"/>
              <a:ext cx="734264" cy="516989"/>
            </a:xfrm>
            <a:prstGeom prst="rect">
              <a:avLst/>
            </a:prstGeom>
          </p:spPr>
        </p:pic>
        <p:sp>
          <p:nvSpPr>
            <p:cNvPr id="8" name="TextBox 7">
              <a:extLst>
                <a:ext uri="{FF2B5EF4-FFF2-40B4-BE49-F238E27FC236}">
                  <a16:creationId xmlns:a16="http://schemas.microsoft.com/office/drawing/2014/main" id="{069D78A1-58B3-442A-BF76-A10ECE0BC2D3}"/>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4" name="Picture 3" descr="Dell Technologies logo"/>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5930202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7281642-1F23-41BE-963B-4BA310F7C59C}"/>
              </a:ext>
            </a:extLst>
          </p:cNvPr>
          <p:cNvGrpSpPr/>
          <p:nvPr userDrawn="1"/>
        </p:nvGrpSpPr>
        <p:grpSpPr>
          <a:xfrm>
            <a:off x="10974586" y="1"/>
            <a:ext cx="1109537" cy="430824"/>
            <a:chOff x="7682331" y="329463"/>
            <a:chExt cx="1331445" cy="516989"/>
          </a:xfrm>
        </p:grpSpPr>
        <p:pic>
          <p:nvPicPr>
            <p:cNvPr id="6" name="Picture 5">
              <a:extLst>
                <a:ext uri="{FF2B5EF4-FFF2-40B4-BE49-F238E27FC236}">
                  <a16:creationId xmlns:a16="http://schemas.microsoft.com/office/drawing/2014/main" id="{6881D245-FEF9-4516-8400-974353786D65}"/>
                </a:ext>
              </a:extLst>
            </p:cNvPr>
            <p:cNvPicPr>
              <a:picLocks noChangeAspect="1"/>
            </p:cNvPicPr>
            <p:nvPr/>
          </p:nvPicPr>
          <p:blipFill>
            <a:blip r:embed="rId2"/>
            <a:stretch>
              <a:fillRect/>
            </a:stretch>
          </p:blipFill>
          <p:spPr>
            <a:xfrm>
              <a:off x="7682331" y="329463"/>
              <a:ext cx="734264" cy="516989"/>
            </a:xfrm>
            <a:prstGeom prst="rect">
              <a:avLst/>
            </a:prstGeom>
          </p:spPr>
        </p:pic>
        <p:sp>
          <p:nvSpPr>
            <p:cNvPr id="7" name="TextBox 6">
              <a:extLst>
                <a:ext uri="{FF2B5EF4-FFF2-40B4-BE49-F238E27FC236}">
                  <a16:creationId xmlns:a16="http://schemas.microsoft.com/office/drawing/2014/main" id="{972FEE8D-1F0C-4023-ACB4-8A33C57D659E}"/>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8" name="Picture 7" descr="Dell Technologies logo">
            <a:extLst>
              <a:ext uri="{FF2B5EF4-FFF2-40B4-BE49-F238E27FC236}">
                <a16:creationId xmlns:a16="http://schemas.microsoft.com/office/drawing/2014/main" id="{206EF4B2-148C-4CC6-9A32-23E04E604CC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pic>
        <p:nvPicPr>
          <p:cNvPr id="11" name="Picture 10" descr="A picture containing water, river, outdoor, sky&#10;&#10;Description automatically generated">
            <a:extLst>
              <a:ext uri="{FF2B5EF4-FFF2-40B4-BE49-F238E27FC236}">
                <a16:creationId xmlns:a16="http://schemas.microsoft.com/office/drawing/2014/main" id="{97461FA8-67BC-474F-BF3B-5EB397F90455}"/>
              </a:ext>
            </a:extLst>
          </p:cNvPr>
          <p:cNvPicPr>
            <a:picLocks noChangeAspect="1"/>
          </p:cNvPicPr>
          <p:nvPr userDrawn="1"/>
        </p:nvPicPr>
        <p:blipFill>
          <a:blip r:embed="rId4"/>
          <a:stretch>
            <a:fillRect/>
          </a:stretch>
        </p:blipFill>
        <p:spPr>
          <a:xfrm>
            <a:off x="0" y="0"/>
            <a:ext cx="12192000" cy="6858000"/>
          </a:xfrm>
          <a:prstGeom prst="rect">
            <a:avLst/>
          </a:prstGeom>
        </p:spPr>
      </p:pic>
      <p:pic>
        <p:nvPicPr>
          <p:cNvPr id="12" name="Picture 11" descr="Dell Technologies logo">
            <a:extLst>
              <a:ext uri="{FF2B5EF4-FFF2-40B4-BE49-F238E27FC236}">
                <a16:creationId xmlns:a16="http://schemas.microsoft.com/office/drawing/2014/main" id="{8B9B1760-9A4B-4FF4-B83B-9D048C27112F}"/>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538060" y="6451744"/>
            <a:ext cx="1438648" cy="187024"/>
          </a:xfrm>
          <a:prstGeom prst="rect">
            <a:avLst/>
          </a:prstGeom>
        </p:spPr>
      </p:pic>
      <p:grpSp>
        <p:nvGrpSpPr>
          <p:cNvPr id="13" name="Group 12">
            <a:extLst>
              <a:ext uri="{FF2B5EF4-FFF2-40B4-BE49-F238E27FC236}">
                <a16:creationId xmlns:a16="http://schemas.microsoft.com/office/drawing/2014/main" id="{147262A5-F109-4E51-9551-766A49D31708}"/>
              </a:ext>
            </a:extLst>
          </p:cNvPr>
          <p:cNvGrpSpPr/>
          <p:nvPr userDrawn="1"/>
        </p:nvGrpSpPr>
        <p:grpSpPr>
          <a:xfrm>
            <a:off x="10953754" y="127001"/>
            <a:ext cx="1109537" cy="430824"/>
            <a:chOff x="7682331" y="329463"/>
            <a:chExt cx="1331445" cy="516989"/>
          </a:xfrm>
        </p:grpSpPr>
        <p:pic>
          <p:nvPicPr>
            <p:cNvPr id="14" name="Picture 13">
              <a:extLst>
                <a:ext uri="{FF2B5EF4-FFF2-40B4-BE49-F238E27FC236}">
                  <a16:creationId xmlns:a16="http://schemas.microsoft.com/office/drawing/2014/main" id="{862F0C6B-3E00-496D-9403-1D4284D3CE71}"/>
                </a:ext>
              </a:extLst>
            </p:cNvPr>
            <p:cNvPicPr>
              <a:picLocks noChangeAspect="1"/>
            </p:cNvPicPr>
            <p:nvPr/>
          </p:nvPicPr>
          <p:blipFill>
            <a:blip r:embed="rId2"/>
            <a:stretch>
              <a:fillRect/>
            </a:stretch>
          </p:blipFill>
          <p:spPr>
            <a:xfrm>
              <a:off x="7682331" y="329463"/>
              <a:ext cx="734264" cy="516989"/>
            </a:xfrm>
            <a:prstGeom prst="rect">
              <a:avLst/>
            </a:prstGeom>
          </p:spPr>
        </p:pic>
        <p:sp>
          <p:nvSpPr>
            <p:cNvPr id="15" name="TextBox 14">
              <a:extLst>
                <a:ext uri="{FF2B5EF4-FFF2-40B4-BE49-F238E27FC236}">
                  <a16:creationId xmlns:a16="http://schemas.microsoft.com/office/drawing/2014/main" id="{BCC3C389-EBA1-4617-AE37-A660FDBD74FF}"/>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spTree>
    <p:extLst>
      <p:ext uri="{BB962C8B-B14F-4D97-AF65-F5344CB8AC3E}">
        <p14:creationId xmlns:p14="http://schemas.microsoft.com/office/powerpoint/2010/main" val="35725382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D2DF52-6496-EA40-934E-C34C2494385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C64B3C9C-A0D1-48ED-B768-356F8A7ECE70}"/>
              </a:ext>
            </a:extLst>
          </p:cNvPr>
          <p:cNvSpPr/>
          <p:nvPr userDrawn="1"/>
        </p:nvSpPr>
        <p:spPr>
          <a:xfrm>
            <a:off x="0" y="-4233"/>
            <a:ext cx="12192000" cy="6858000"/>
          </a:xfrm>
          <a:prstGeom prst="rect">
            <a:avLst/>
          </a:prstGeom>
          <a:solidFill>
            <a:schemeClr val="bg2">
              <a:alpha val="6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descr="Dell Technologies logo">
            <a:extLst>
              <a:ext uri="{FF2B5EF4-FFF2-40B4-BE49-F238E27FC236}">
                <a16:creationId xmlns:a16="http://schemas.microsoft.com/office/drawing/2014/main" id="{3506ACBE-70BE-4A62-BD8F-C1CD2D285E3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grpSp>
        <p:nvGrpSpPr>
          <p:cNvPr id="13" name="Group 12">
            <a:extLst>
              <a:ext uri="{FF2B5EF4-FFF2-40B4-BE49-F238E27FC236}">
                <a16:creationId xmlns:a16="http://schemas.microsoft.com/office/drawing/2014/main" id="{EF595280-7502-46A6-BD2B-293EE7FCE612}"/>
              </a:ext>
            </a:extLst>
          </p:cNvPr>
          <p:cNvGrpSpPr/>
          <p:nvPr userDrawn="1"/>
        </p:nvGrpSpPr>
        <p:grpSpPr>
          <a:xfrm>
            <a:off x="11122407" y="93364"/>
            <a:ext cx="977857" cy="678993"/>
            <a:chOff x="13545616" y="57150"/>
            <a:chExt cx="1030632" cy="699016"/>
          </a:xfrm>
        </p:grpSpPr>
        <p:pic>
          <p:nvPicPr>
            <p:cNvPr id="14" name="Picture 13">
              <a:extLst>
                <a:ext uri="{FF2B5EF4-FFF2-40B4-BE49-F238E27FC236}">
                  <a16:creationId xmlns:a16="http://schemas.microsoft.com/office/drawing/2014/main" id="{9F225C2B-E690-4F7F-9EE9-8E9838DE0B4C}"/>
                </a:ext>
              </a:extLst>
            </p:cNvPr>
            <p:cNvPicPr>
              <a:picLocks noChangeAspect="1"/>
            </p:cNvPicPr>
            <p:nvPr/>
          </p:nvPicPr>
          <p:blipFill>
            <a:blip r:embed="rId4"/>
            <a:stretch>
              <a:fillRect/>
            </a:stretch>
          </p:blipFill>
          <p:spPr>
            <a:xfrm>
              <a:off x="13661848" y="57150"/>
              <a:ext cx="734264" cy="516989"/>
            </a:xfrm>
            <a:prstGeom prst="rect">
              <a:avLst/>
            </a:prstGeom>
          </p:spPr>
        </p:pic>
        <p:sp>
          <p:nvSpPr>
            <p:cNvPr id="15" name="TextBox 14">
              <a:extLst>
                <a:ext uri="{FF2B5EF4-FFF2-40B4-BE49-F238E27FC236}">
                  <a16:creationId xmlns:a16="http://schemas.microsoft.com/office/drawing/2014/main" id="{11DC1D76-5F30-4433-970A-A851A7FD177E}"/>
                </a:ext>
              </a:extLst>
            </p:cNvPr>
            <p:cNvSpPr txBox="1"/>
            <p:nvPr/>
          </p:nvSpPr>
          <p:spPr>
            <a:xfrm>
              <a:off x="13545616" y="571500"/>
              <a:ext cx="1030632" cy="184666"/>
            </a:xfrm>
            <a:prstGeom prst="rect">
              <a:avLst/>
            </a:prstGeom>
            <a:no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ahnschrift" panose="020B0502040204020203" pitchFamily="34" charset="0"/>
                  <a:ea typeface="+mn-ea"/>
                  <a:cs typeface="+mn-cs"/>
                </a:rPr>
                <a:t>Presales CoE</a:t>
              </a:r>
            </a:p>
          </p:txBody>
        </p:sp>
      </p:grpSp>
    </p:spTree>
    <p:extLst>
      <p:ext uri="{BB962C8B-B14F-4D97-AF65-F5344CB8AC3E}">
        <p14:creationId xmlns:p14="http://schemas.microsoft.com/office/powerpoint/2010/main" val="35843170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RS Title Slide">
    <p:spTree>
      <p:nvGrpSpPr>
        <p:cNvPr id="1" name=""/>
        <p:cNvGrpSpPr/>
        <p:nvPr/>
      </p:nvGrpSpPr>
      <p:grpSpPr>
        <a:xfrm>
          <a:off x="0" y="0"/>
          <a:ext cx="0" cy="0"/>
          <a:chOff x="0" y="0"/>
          <a:chExt cx="0" cy="0"/>
        </a:xfrm>
      </p:grpSpPr>
      <p:pic>
        <p:nvPicPr>
          <p:cNvPr id="15" name="Picture 14" descr="Background pattern&#10;&#10;Description automatically generated">
            <a:extLst>
              <a:ext uri="{FF2B5EF4-FFF2-40B4-BE49-F238E27FC236}">
                <a16:creationId xmlns:a16="http://schemas.microsoft.com/office/drawing/2014/main" id="{9F805D19-7B2F-474D-87F7-155E3F0B4FD3}"/>
              </a:ext>
            </a:extLst>
          </p:cNvPr>
          <p:cNvPicPr>
            <a:picLocks noChangeAspect="1"/>
          </p:cNvPicPr>
          <p:nvPr userDrawn="1"/>
        </p:nvPicPr>
        <p:blipFill rotWithShape="1">
          <a:blip r:embed="rId2"/>
          <a:srcRect l="1010" t="980" r="1010" b="980"/>
          <a:stretch/>
        </p:blipFill>
        <p:spPr>
          <a:xfrm>
            <a:off x="0" y="-1"/>
            <a:ext cx="12192000" cy="6858001"/>
          </a:xfrm>
          <a:prstGeom prst="rect">
            <a:avLst/>
          </a:prstGeom>
        </p:spPr>
      </p:pic>
      <p:sp>
        <p:nvSpPr>
          <p:cNvPr id="7" name="Rectangle 6">
            <a:extLst>
              <a:ext uri="{FF2B5EF4-FFF2-40B4-BE49-F238E27FC236}">
                <a16:creationId xmlns:a16="http://schemas.microsoft.com/office/drawing/2014/main" id="{B83A93BD-E1D8-41BD-9663-FCF7A843A65D}"/>
              </a:ext>
            </a:extLst>
          </p:cNvPr>
          <p:cNvSpPr/>
          <p:nvPr userDrawn="1"/>
        </p:nvSpPr>
        <p:spPr>
          <a:xfrm>
            <a:off x="0" y="-4233"/>
            <a:ext cx="12192000" cy="6858000"/>
          </a:xfrm>
          <a:prstGeom prst="rect">
            <a:avLst/>
          </a:prstGeom>
          <a:solidFill>
            <a:schemeClr val="bg2">
              <a:alpha val="5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pic>
        <p:nvPicPr>
          <p:cNvPr id="11" name="Picture 10" descr="Dell Technologies logo">
            <a:extLst>
              <a:ext uri="{FF2B5EF4-FFF2-40B4-BE49-F238E27FC236}">
                <a16:creationId xmlns:a16="http://schemas.microsoft.com/office/drawing/2014/main" id="{417C7537-B65F-4EB2-92D3-41193BDA8A5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grpSp>
        <p:nvGrpSpPr>
          <p:cNvPr id="12" name="Group 11">
            <a:extLst>
              <a:ext uri="{FF2B5EF4-FFF2-40B4-BE49-F238E27FC236}">
                <a16:creationId xmlns:a16="http://schemas.microsoft.com/office/drawing/2014/main" id="{6C743DF4-4473-40CA-95F2-AC1B9573E7B9}"/>
              </a:ext>
            </a:extLst>
          </p:cNvPr>
          <p:cNvGrpSpPr/>
          <p:nvPr userDrawn="1"/>
        </p:nvGrpSpPr>
        <p:grpSpPr>
          <a:xfrm>
            <a:off x="11161368" y="84310"/>
            <a:ext cx="1030632" cy="699016"/>
            <a:chOff x="13545616" y="57150"/>
            <a:chExt cx="1030632" cy="699016"/>
          </a:xfrm>
        </p:grpSpPr>
        <p:pic>
          <p:nvPicPr>
            <p:cNvPr id="13" name="Picture 12">
              <a:extLst>
                <a:ext uri="{FF2B5EF4-FFF2-40B4-BE49-F238E27FC236}">
                  <a16:creationId xmlns:a16="http://schemas.microsoft.com/office/drawing/2014/main" id="{51A9DD12-29DB-40D4-82C0-E8AF92C60CF5}"/>
                </a:ext>
              </a:extLst>
            </p:cNvPr>
            <p:cNvPicPr>
              <a:picLocks noChangeAspect="1"/>
            </p:cNvPicPr>
            <p:nvPr/>
          </p:nvPicPr>
          <p:blipFill>
            <a:blip r:embed="rId4"/>
            <a:stretch>
              <a:fillRect/>
            </a:stretch>
          </p:blipFill>
          <p:spPr>
            <a:xfrm>
              <a:off x="13661848" y="57150"/>
              <a:ext cx="734264" cy="516989"/>
            </a:xfrm>
            <a:prstGeom prst="rect">
              <a:avLst/>
            </a:prstGeom>
          </p:spPr>
        </p:pic>
        <p:sp>
          <p:nvSpPr>
            <p:cNvPr id="14" name="TextBox 13">
              <a:extLst>
                <a:ext uri="{FF2B5EF4-FFF2-40B4-BE49-F238E27FC236}">
                  <a16:creationId xmlns:a16="http://schemas.microsoft.com/office/drawing/2014/main" id="{3CE1AE44-3B94-4837-93AD-F0CC37FAA094}"/>
                </a:ext>
              </a:extLst>
            </p:cNvPr>
            <p:cNvSpPr txBox="1"/>
            <p:nvPr/>
          </p:nvSpPr>
          <p:spPr>
            <a:xfrm>
              <a:off x="13545616" y="571500"/>
              <a:ext cx="1030632" cy="184666"/>
            </a:xfrm>
            <a:prstGeom prst="rect">
              <a:avLst/>
            </a:prstGeom>
            <a:noFill/>
          </p:spPr>
          <p:txBody>
            <a:bodyPr wrap="square" lIns="0" tIns="0" rIns="0" bIns="0"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ahnschrift" panose="020B0502040204020203" pitchFamily="34" charset="0"/>
                  <a:ea typeface="+mn-ea"/>
                  <a:cs typeface="+mn-cs"/>
                </a:rPr>
                <a:t>Presales CoE</a:t>
              </a:r>
            </a:p>
          </p:txBody>
        </p:sp>
      </p:grpSp>
    </p:spTree>
    <p:extLst>
      <p:ext uri="{BB962C8B-B14F-4D97-AF65-F5344CB8AC3E}">
        <p14:creationId xmlns:p14="http://schemas.microsoft.com/office/powerpoint/2010/main" val="3657377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RS Panel Slid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6DEC9090-2827-4B8E-8167-9F0ED8214C60}"/>
              </a:ext>
            </a:extLst>
          </p:cNvPr>
          <p:cNvPicPr>
            <a:picLocks noChangeAspect="1"/>
          </p:cNvPicPr>
          <p:nvPr userDrawn="1"/>
        </p:nvPicPr>
        <p:blipFill rotWithShape="1">
          <a:blip r:embed="rId2"/>
          <a:srcRect l="1010" t="980" r="1010" b="980"/>
          <a:stretch/>
        </p:blipFill>
        <p:spPr>
          <a:xfrm>
            <a:off x="0" y="-1"/>
            <a:ext cx="12192000" cy="6858001"/>
          </a:xfrm>
          <a:prstGeom prst="rect">
            <a:avLst/>
          </a:prstGeom>
        </p:spPr>
      </p:pic>
      <p:sp>
        <p:nvSpPr>
          <p:cNvPr id="7" name="Rectangle 6">
            <a:extLst>
              <a:ext uri="{FF2B5EF4-FFF2-40B4-BE49-F238E27FC236}">
                <a16:creationId xmlns:a16="http://schemas.microsoft.com/office/drawing/2014/main" id="{36B0EA68-74DA-46F4-957F-0951E80AD7AD}"/>
              </a:ext>
            </a:extLst>
          </p:cNvPr>
          <p:cNvSpPr/>
          <p:nvPr userDrawn="1"/>
        </p:nvSpPr>
        <p:spPr>
          <a:xfrm>
            <a:off x="0" y="-4233"/>
            <a:ext cx="12192000" cy="6858000"/>
          </a:xfrm>
          <a:prstGeom prst="rect">
            <a:avLst/>
          </a:prstGeom>
          <a:solidFill>
            <a:schemeClr val="bg2">
              <a:alpha val="7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4087CF08-4C7D-4B0D-81FE-E50B4E631D9F}"/>
              </a:ext>
            </a:extLst>
          </p:cNvPr>
          <p:cNvGrpSpPr/>
          <p:nvPr userDrawn="1"/>
        </p:nvGrpSpPr>
        <p:grpSpPr>
          <a:xfrm>
            <a:off x="10953754" y="142877"/>
            <a:ext cx="1109537" cy="430824"/>
            <a:chOff x="7682331" y="329463"/>
            <a:chExt cx="1331445" cy="516989"/>
          </a:xfrm>
        </p:grpSpPr>
        <p:pic>
          <p:nvPicPr>
            <p:cNvPr id="9" name="Picture 8">
              <a:extLst>
                <a:ext uri="{FF2B5EF4-FFF2-40B4-BE49-F238E27FC236}">
                  <a16:creationId xmlns:a16="http://schemas.microsoft.com/office/drawing/2014/main" id="{791EA19C-7B38-421E-8A96-4688313DC3F9}"/>
                </a:ext>
              </a:extLst>
            </p:cNvPr>
            <p:cNvPicPr>
              <a:picLocks noChangeAspect="1"/>
            </p:cNvPicPr>
            <p:nvPr/>
          </p:nvPicPr>
          <p:blipFill>
            <a:blip r:embed="rId3"/>
            <a:stretch>
              <a:fillRect/>
            </a:stretch>
          </p:blipFill>
          <p:spPr>
            <a:xfrm>
              <a:off x="7682331" y="329463"/>
              <a:ext cx="734264" cy="516989"/>
            </a:xfrm>
            <a:prstGeom prst="rect">
              <a:avLst/>
            </a:prstGeom>
          </p:spPr>
        </p:pic>
        <p:sp>
          <p:nvSpPr>
            <p:cNvPr id="10" name="TextBox 9">
              <a:extLst>
                <a:ext uri="{FF2B5EF4-FFF2-40B4-BE49-F238E27FC236}">
                  <a16:creationId xmlns:a16="http://schemas.microsoft.com/office/drawing/2014/main" id="{1D74630C-DB85-4C59-B28C-CAAB1DE86389}"/>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11" name="Picture 10" descr="Dell Technologies logo">
            <a:extLst>
              <a:ext uri="{FF2B5EF4-FFF2-40B4-BE49-F238E27FC236}">
                <a16:creationId xmlns:a16="http://schemas.microsoft.com/office/drawing/2014/main" id="{1F2860AF-4950-4F28-8587-AEC438CD77C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30448775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RS Panel Slide">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E032412D-B165-41A8-BD8F-7EBEA244F3F6}"/>
              </a:ext>
            </a:extLst>
          </p:cNvPr>
          <p:cNvPicPr>
            <a:picLocks noChangeAspect="1"/>
          </p:cNvPicPr>
          <p:nvPr userDrawn="1"/>
        </p:nvPicPr>
        <p:blipFill>
          <a:blip r:embed="rId2"/>
          <a:stretch>
            <a:fillRect/>
          </a:stretch>
        </p:blipFill>
        <p:spPr>
          <a:xfrm>
            <a:off x="0" y="0"/>
            <a:ext cx="12192000" cy="6860032"/>
          </a:xfrm>
          <a:prstGeom prst="rect">
            <a:avLst/>
          </a:prstGeom>
        </p:spPr>
      </p:pic>
      <p:sp>
        <p:nvSpPr>
          <p:cNvPr id="16" name="Rectangle 15">
            <a:extLst>
              <a:ext uri="{FF2B5EF4-FFF2-40B4-BE49-F238E27FC236}">
                <a16:creationId xmlns:a16="http://schemas.microsoft.com/office/drawing/2014/main" id="{B3847725-FE69-4CA1-80F2-9F225081C5DB}"/>
              </a:ext>
            </a:extLst>
          </p:cNvPr>
          <p:cNvSpPr/>
          <p:nvPr userDrawn="1"/>
        </p:nvSpPr>
        <p:spPr>
          <a:xfrm>
            <a:off x="0" y="-4233"/>
            <a:ext cx="12192000" cy="6858000"/>
          </a:xfrm>
          <a:prstGeom prst="rect">
            <a:avLst/>
          </a:prstGeom>
          <a:solidFill>
            <a:schemeClr val="bg2">
              <a:alpha val="6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grpSp>
        <p:nvGrpSpPr>
          <p:cNvPr id="8" name="Group 7">
            <a:extLst>
              <a:ext uri="{FF2B5EF4-FFF2-40B4-BE49-F238E27FC236}">
                <a16:creationId xmlns:a16="http://schemas.microsoft.com/office/drawing/2014/main" id="{4087CF08-4C7D-4B0D-81FE-E50B4E631D9F}"/>
              </a:ext>
            </a:extLst>
          </p:cNvPr>
          <p:cNvGrpSpPr/>
          <p:nvPr userDrawn="1"/>
        </p:nvGrpSpPr>
        <p:grpSpPr>
          <a:xfrm>
            <a:off x="10953754" y="142877"/>
            <a:ext cx="1109537" cy="430824"/>
            <a:chOff x="7682331" y="329463"/>
            <a:chExt cx="1331445" cy="516989"/>
          </a:xfrm>
        </p:grpSpPr>
        <p:pic>
          <p:nvPicPr>
            <p:cNvPr id="9" name="Picture 8">
              <a:extLst>
                <a:ext uri="{FF2B5EF4-FFF2-40B4-BE49-F238E27FC236}">
                  <a16:creationId xmlns:a16="http://schemas.microsoft.com/office/drawing/2014/main" id="{791EA19C-7B38-421E-8A96-4688313DC3F9}"/>
                </a:ext>
              </a:extLst>
            </p:cNvPr>
            <p:cNvPicPr>
              <a:picLocks noChangeAspect="1"/>
            </p:cNvPicPr>
            <p:nvPr/>
          </p:nvPicPr>
          <p:blipFill>
            <a:blip r:embed="rId3"/>
            <a:stretch>
              <a:fillRect/>
            </a:stretch>
          </p:blipFill>
          <p:spPr>
            <a:xfrm>
              <a:off x="7682331" y="329463"/>
              <a:ext cx="734264" cy="516989"/>
            </a:xfrm>
            <a:prstGeom prst="rect">
              <a:avLst/>
            </a:prstGeom>
          </p:spPr>
        </p:pic>
        <p:sp>
          <p:nvSpPr>
            <p:cNvPr id="10" name="TextBox 9">
              <a:extLst>
                <a:ext uri="{FF2B5EF4-FFF2-40B4-BE49-F238E27FC236}">
                  <a16:creationId xmlns:a16="http://schemas.microsoft.com/office/drawing/2014/main" id="{1D74630C-DB85-4C59-B28C-CAAB1DE86389}"/>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11" name="Picture 10" descr="Dell Technologies logo">
            <a:extLst>
              <a:ext uri="{FF2B5EF4-FFF2-40B4-BE49-F238E27FC236}">
                <a16:creationId xmlns:a16="http://schemas.microsoft.com/office/drawing/2014/main" id="{1F2860AF-4950-4F28-8587-AEC438CD77C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39995405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070667-F565-40DD-B7B1-2B71B88DD92A}"/>
              </a:ext>
            </a:extLst>
          </p:cNvPr>
          <p:cNvPicPr>
            <a:picLocks noChangeAspect="1"/>
          </p:cNvPicPr>
          <p:nvPr userDrawn="1"/>
        </p:nvPicPr>
        <p:blipFill>
          <a:blip r:embed="rId2"/>
          <a:stretch>
            <a:fillRect/>
          </a:stretch>
        </p:blipFill>
        <p:spPr>
          <a:xfrm>
            <a:off x="1805" y="0"/>
            <a:ext cx="12190195" cy="6859016"/>
          </a:xfrm>
          <a:prstGeom prst="rect">
            <a:avLst/>
          </a:prstGeom>
        </p:spPr>
      </p:pic>
      <p:sp>
        <p:nvSpPr>
          <p:cNvPr id="9" name="Rectangle 8">
            <a:extLst>
              <a:ext uri="{FF2B5EF4-FFF2-40B4-BE49-F238E27FC236}">
                <a16:creationId xmlns:a16="http://schemas.microsoft.com/office/drawing/2014/main" id="{CE675595-0534-4ABE-9440-ED9DB46FE0FD}"/>
              </a:ext>
            </a:extLst>
          </p:cNvPr>
          <p:cNvSpPr/>
          <p:nvPr userDrawn="1"/>
        </p:nvSpPr>
        <p:spPr>
          <a:xfrm>
            <a:off x="0" y="-4233"/>
            <a:ext cx="12192000" cy="6858000"/>
          </a:xfrm>
          <a:prstGeom prst="rect">
            <a:avLst/>
          </a:prstGeom>
          <a:solidFill>
            <a:schemeClr val="bg2">
              <a:alpha val="7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C1CB67A7-AAE7-42F7-BBA3-4A465FDE5235}"/>
              </a:ext>
            </a:extLst>
          </p:cNvPr>
          <p:cNvGrpSpPr/>
          <p:nvPr userDrawn="1"/>
        </p:nvGrpSpPr>
        <p:grpSpPr>
          <a:xfrm>
            <a:off x="10953754" y="142877"/>
            <a:ext cx="1109537" cy="430824"/>
            <a:chOff x="7682331" y="329463"/>
            <a:chExt cx="1331445" cy="516989"/>
          </a:xfrm>
        </p:grpSpPr>
        <p:pic>
          <p:nvPicPr>
            <p:cNvPr id="11" name="Picture 10">
              <a:extLst>
                <a:ext uri="{FF2B5EF4-FFF2-40B4-BE49-F238E27FC236}">
                  <a16:creationId xmlns:a16="http://schemas.microsoft.com/office/drawing/2014/main" id="{D897D105-13C6-4765-AB05-F4FBB24D0029}"/>
                </a:ext>
              </a:extLst>
            </p:cNvPr>
            <p:cNvPicPr>
              <a:picLocks noChangeAspect="1"/>
            </p:cNvPicPr>
            <p:nvPr/>
          </p:nvPicPr>
          <p:blipFill>
            <a:blip r:embed="rId3"/>
            <a:stretch>
              <a:fillRect/>
            </a:stretch>
          </p:blipFill>
          <p:spPr>
            <a:xfrm>
              <a:off x="7682331" y="329463"/>
              <a:ext cx="734264" cy="516989"/>
            </a:xfrm>
            <a:prstGeom prst="rect">
              <a:avLst/>
            </a:prstGeom>
          </p:spPr>
        </p:pic>
        <p:sp>
          <p:nvSpPr>
            <p:cNvPr id="12" name="TextBox 11">
              <a:extLst>
                <a:ext uri="{FF2B5EF4-FFF2-40B4-BE49-F238E27FC236}">
                  <a16:creationId xmlns:a16="http://schemas.microsoft.com/office/drawing/2014/main" id="{D31D9276-EDA3-45A1-9416-B9C5BA769D7A}"/>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13" name="Picture 12" descr="Dell Technologies logo">
            <a:extLst>
              <a:ext uri="{FF2B5EF4-FFF2-40B4-BE49-F238E27FC236}">
                <a16:creationId xmlns:a16="http://schemas.microsoft.com/office/drawing/2014/main" id="{C97D30F5-45C4-463A-A050-E875368AEF31}"/>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411755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087675C-C97C-44E9-B04F-602B3CEEF0B0}"/>
              </a:ext>
            </a:extLst>
          </p:cNvPr>
          <p:cNvPicPr>
            <a:picLocks noChangeAspect="1"/>
          </p:cNvPicPr>
          <p:nvPr userDrawn="1"/>
        </p:nvPicPr>
        <p:blipFill>
          <a:blip r:embed="rId2"/>
          <a:stretch>
            <a:fillRect/>
          </a:stretch>
        </p:blipFill>
        <p:spPr>
          <a:xfrm>
            <a:off x="0" y="-1015"/>
            <a:ext cx="12239624" cy="6886828"/>
          </a:xfrm>
          <a:prstGeom prst="rect">
            <a:avLst/>
          </a:prstGeom>
        </p:spPr>
      </p:pic>
      <p:sp>
        <p:nvSpPr>
          <p:cNvPr id="9" name="Rectangle 8">
            <a:extLst>
              <a:ext uri="{FF2B5EF4-FFF2-40B4-BE49-F238E27FC236}">
                <a16:creationId xmlns:a16="http://schemas.microsoft.com/office/drawing/2014/main" id="{FDD8215F-654F-44EE-842E-7B1196E204EF}"/>
              </a:ext>
            </a:extLst>
          </p:cNvPr>
          <p:cNvSpPr/>
          <p:nvPr userDrawn="1"/>
        </p:nvSpPr>
        <p:spPr>
          <a:xfrm>
            <a:off x="0" y="-4233"/>
            <a:ext cx="12239624" cy="6858000"/>
          </a:xfrm>
          <a:prstGeom prst="rect">
            <a:avLst/>
          </a:prstGeom>
          <a:solidFill>
            <a:schemeClr val="bg2">
              <a:alpha val="4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81"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grpSp>
        <p:nvGrpSpPr>
          <p:cNvPr id="10" name="Group 9">
            <a:extLst>
              <a:ext uri="{FF2B5EF4-FFF2-40B4-BE49-F238E27FC236}">
                <a16:creationId xmlns:a16="http://schemas.microsoft.com/office/drawing/2014/main" id="{0BA84B38-E945-4118-B474-53DE8EF5A409}"/>
              </a:ext>
            </a:extLst>
          </p:cNvPr>
          <p:cNvGrpSpPr/>
          <p:nvPr userDrawn="1"/>
        </p:nvGrpSpPr>
        <p:grpSpPr>
          <a:xfrm>
            <a:off x="10953754" y="142877"/>
            <a:ext cx="1109537" cy="430824"/>
            <a:chOff x="7682331" y="329463"/>
            <a:chExt cx="1331445" cy="516989"/>
          </a:xfrm>
        </p:grpSpPr>
        <p:pic>
          <p:nvPicPr>
            <p:cNvPr id="11" name="Picture 10">
              <a:extLst>
                <a:ext uri="{FF2B5EF4-FFF2-40B4-BE49-F238E27FC236}">
                  <a16:creationId xmlns:a16="http://schemas.microsoft.com/office/drawing/2014/main" id="{5FD5B1EE-7435-449B-A3E5-04DAFBB35AB6}"/>
                </a:ext>
              </a:extLst>
            </p:cNvPr>
            <p:cNvPicPr>
              <a:picLocks noChangeAspect="1"/>
            </p:cNvPicPr>
            <p:nvPr/>
          </p:nvPicPr>
          <p:blipFill>
            <a:blip r:embed="rId3"/>
            <a:stretch>
              <a:fillRect/>
            </a:stretch>
          </p:blipFill>
          <p:spPr>
            <a:xfrm>
              <a:off x="7682331" y="329463"/>
              <a:ext cx="734264" cy="516989"/>
            </a:xfrm>
            <a:prstGeom prst="rect">
              <a:avLst/>
            </a:prstGeom>
          </p:spPr>
        </p:pic>
        <p:sp>
          <p:nvSpPr>
            <p:cNvPr id="12" name="TextBox 11">
              <a:extLst>
                <a:ext uri="{FF2B5EF4-FFF2-40B4-BE49-F238E27FC236}">
                  <a16:creationId xmlns:a16="http://schemas.microsoft.com/office/drawing/2014/main" id="{D29843B9-C099-4BF7-B705-FF3275C54C5E}"/>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13" name="Picture 12" descr="Dell Technologies logo">
            <a:extLst>
              <a:ext uri="{FF2B5EF4-FFF2-40B4-BE49-F238E27FC236}">
                <a16:creationId xmlns:a16="http://schemas.microsoft.com/office/drawing/2014/main" id="{02A0C6DB-6FB3-421C-85C2-24DE5682B97E}"/>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35511330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07CD2CC-532C-4237-A9B6-FDA044553690}"/>
              </a:ext>
            </a:extLst>
          </p:cNvPr>
          <p:cNvPicPr>
            <a:picLocks noChangeAspect="1"/>
          </p:cNvPicPr>
          <p:nvPr userDrawn="1"/>
        </p:nvPicPr>
        <p:blipFill>
          <a:blip r:embed="rId2"/>
          <a:stretch>
            <a:fillRect/>
          </a:stretch>
        </p:blipFill>
        <p:spPr>
          <a:xfrm>
            <a:off x="0" y="-5826"/>
            <a:ext cx="12192000" cy="6869652"/>
          </a:xfrm>
          <a:prstGeom prst="rect">
            <a:avLst/>
          </a:prstGeom>
        </p:spPr>
      </p:pic>
      <p:grpSp>
        <p:nvGrpSpPr>
          <p:cNvPr id="10" name="Group 9">
            <a:extLst>
              <a:ext uri="{FF2B5EF4-FFF2-40B4-BE49-F238E27FC236}">
                <a16:creationId xmlns:a16="http://schemas.microsoft.com/office/drawing/2014/main" id="{C4FE697C-D9DE-4B83-B70D-7BEBBD31A685}"/>
              </a:ext>
            </a:extLst>
          </p:cNvPr>
          <p:cNvGrpSpPr/>
          <p:nvPr userDrawn="1"/>
        </p:nvGrpSpPr>
        <p:grpSpPr>
          <a:xfrm>
            <a:off x="10953754" y="142877"/>
            <a:ext cx="1109537" cy="430824"/>
            <a:chOff x="7682331" y="329463"/>
            <a:chExt cx="1331445" cy="516989"/>
          </a:xfrm>
        </p:grpSpPr>
        <p:pic>
          <p:nvPicPr>
            <p:cNvPr id="11" name="Picture 10">
              <a:extLst>
                <a:ext uri="{FF2B5EF4-FFF2-40B4-BE49-F238E27FC236}">
                  <a16:creationId xmlns:a16="http://schemas.microsoft.com/office/drawing/2014/main" id="{72871BE5-9AB9-40A7-A9BC-AA524D60976E}"/>
                </a:ext>
              </a:extLst>
            </p:cNvPr>
            <p:cNvPicPr>
              <a:picLocks noChangeAspect="1"/>
            </p:cNvPicPr>
            <p:nvPr/>
          </p:nvPicPr>
          <p:blipFill>
            <a:blip r:embed="rId3"/>
            <a:stretch>
              <a:fillRect/>
            </a:stretch>
          </p:blipFill>
          <p:spPr>
            <a:xfrm>
              <a:off x="7682331" y="329463"/>
              <a:ext cx="734264" cy="516989"/>
            </a:xfrm>
            <a:prstGeom prst="rect">
              <a:avLst/>
            </a:prstGeom>
          </p:spPr>
        </p:pic>
        <p:sp>
          <p:nvSpPr>
            <p:cNvPr id="12" name="TextBox 11">
              <a:extLst>
                <a:ext uri="{FF2B5EF4-FFF2-40B4-BE49-F238E27FC236}">
                  <a16:creationId xmlns:a16="http://schemas.microsoft.com/office/drawing/2014/main" id="{B61F1C81-F5ED-461F-BBB4-B7FEC40CA78C}"/>
                </a:ext>
              </a:extLst>
            </p:cNvPr>
            <p:cNvSpPr txBox="1"/>
            <p:nvPr/>
          </p:nvSpPr>
          <p:spPr>
            <a:xfrm>
              <a:off x="8450160" y="364093"/>
              <a:ext cx="563616" cy="461435"/>
            </a:xfrm>
            <a:prstGeom prst="rect">
              <a:avLst/>
            </a:prstGeom>
            <a:noFill/>
          </p:spPr>
          <p:txBody>
            <a:bodyPr wrap="none" lIns="0" tIns="0" rIns="0" bIns="0" rtlCol="0">
              <a:spAutoFit/>
            </a:bodyPr>
            <a:lstStyle/>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Presales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Solution </a:t>
              </a:r>
            </a:p>
            <a:p>
              <a:pPr marL="0" marR="0" lvl="0" indent="0" algn="l" defTabSz="761981" rtl="0" eaLnBrk="1" fontAlgn="base" latinLnBrk="0" hangingPunct="1">
                <a:lnSpc>
                  <a:spcPct val="100000"/>
                </a:lnSpc>
                <a:spcBef>
                  <a:spcPct val="0"/>
                </a:spcBef>
                <a:spcAft>
                  <a:spcPct val="0"/>
                </a:spcAft>
                <a:buClrTx/>
                <a:buSzTx/>
                <a:buFontTx/>
                <a:buNone/>
                <a:tabLst/>
                <a:defRPr/>
              </a:pPr>
              <a:r>
                <a:rPr kumimoji="0" lang="en-US" sz="833" b="1" i="0" u="none" strike="noStrike" kern="1200" cap="none" spc="0" normalizeH="0" baseline="0" noProof="0">
                  <a:ln>
                    <a:noFill/>
                  </a:ln>
                  <a:solidFill>
                    <a:srgbClr val="FFFFFF"/>
                  </a:solidFill>
                  <a:effectLst/>
                  <a:uLnTx/>
                  <a:uFillTx/>
                  <a:latin typeface="Arial" charset="0"/>
                  <a:ea typeface="+mn-ea"/>
                  <a:cs typeface="+mn-cs"/>
                </a:rPr>
                <a:t>Services</a:t>
              </a:r>
            </a:p>
          </p:txBody>
        </p:sp>
      </p:grpSp>
      <p:pic>
        <p:nvPicPr>
          <p:cNvPr id="13" name="Picture 12" descr="Dell Technologies logo">
            <a:extLst>
              <a:ext uri="{FF2B5EF4-FFF2-40B4-BE49-F238E27FC236}">
                <a16:creationId xmlns:a16="http://schemas.microsoft.com/office/drawing/2014/main" id="{F4DA614B-5555-43C8-84D1-6713C1705AFB}"/>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Tree>
    <p:extLst>
      <p:ext uri="{BB962C8B-B14F-4D97-AF65-F5344CB8AC3E}">
        <p14:creationId xmlns:p14="http://schemas.microsoft.com/office/powerpoint/2010/main" val="18784093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37769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 gradient bkgd">
    <p:bg>
      <p:bgPr>
        <a:gradFill>
          <a:gsLst>
            <a:gs pos="0">
              <a:schemeClr val="accent6"/>
            </a:gs>
            <a:gs pos="26000">
              <a:schemeClr val="bg1"/>
            </a:gs>
            <a:gs pos="100000">
              <a:schemeClr val="accent1"/>
            </a:gs>
          </a:gsLst>
          <a:lin ang="2700000" scaled="0"/>
        </a:gradFill>
        <a:effectLst/>
      </p:bgPr>
    </p:bg>
    <p:spTree>
      <p:nvGrpSpPr>
        <p:cNvPr id="1" name=""/>
        <p:cNvGrpSpPr/>
        <p:nvPr/>
      </p:nvGrpSpPr>
      <p:grpSpPr>
        <a:xfrm>
          <a:off x="0" y="0"/>
          <a:ext cx="0" cy="0"/>
          <a:chOff x="0" y="0"/>
          <a:chExt cx="0" cy="0"/>
        </a:xfrm>
      </p:grpSpPr>
      <p:pic>
        <p:nvPicPr>
          <p:cNvPr id="4" name="Picture 3" descr="Dell Technologies logo"/>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0403083" y="6451745"/>
            <a:ext cx="1438648" cy="187024"/>
          </a:xfrm>
          <a:prstGeom prst="rect">
            <a:avLst/>
          </a:prstGeom>
        </p:spPr>
      </p:pic>
      <p:sp>
        <p:nvSpPr>
          <p:cNvPr id="3" name="Title 1">
            <a:extLst>
              <a:ext uri="{FF2B5EF4-FFF2-40B4-BE49-F238E27FC236}">
                <a16:creationId xmlns:a16="http://schemas.microsoft.com/office/drawing/2014/main" id="{7926025D-69CA-46ED-B6D1-60EE56CC5A3E}"/>
              </a:ext>
            </a:extLst>
          </p:cNvPr>
          <p:cNvSpPr>
            <a:spLocks noGrp="1"/>
          </p:cNvSpPr>
          <p:nvPr>
            <p:ph type="title"/>
          </p:nvPr>
        </p:nvSpPr>
        <p:spPr>
          <a:xfrm>
            <a:off x="838200" y="-457200"/>
            <a:ext cx="10515600" cy="395816"/>
          </a:xfrm>
          <a:prstGeom prst="rect">
            <a:avLst/>
          </a:prstGeom>
        </p:spPr>
        <p:txBody>
          <a:bodyPr/>
          <a:lstStyle>
            <a:lvl1pPr algn="ctr">
              <a:defRPr sz="2400"/>
            </a:lvl1pPr>
          </a:lstStyle>
          <a:p>
            <a:r>
              <a:rPr lang="en-US"/>
              <a:t>Click to edit Master title style</a:t>
            </a:r>
          </a:p>
        </p:txBody>
      </p:sp>
    </p:spTree>
    <p:extLst>
      <p:ext uri="{BB962C8B-B14F-4D97-AF65-F5344CB8AC3E}">
        <p14:creationId xmlns:p14="http://schemas.microsoft.com/office/powerpoint/2010/main" val="3176550320"/>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End logo slide">
    <p:bg>
      <p:bgPr>
        <a:gradFill>
          <a:gsLst>
            <a:gs pos="0">
              <a:schemeClr val="accent6"/>
            </a:gs>
            <a:gs pos="26000">
              <a:schemeClr val="bg1"/>
            </a:gs>
            <a:gs pos="100000">
              <a:schemeClr val="accent1"/>
            </a:gs>
          </a:gsLst>
          <a:lin ang="2700000" scaled="0"/>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2163DCD-94C5-4DA3-8934-227D0773EAFF}"/>
              </a:ext>
            </a:extLst>
          </p:cNvPr>
          <p:cNvSpPr>
            <a:spLocks noGrp="1"/>
          </p:cNvSpPr>
          <p:nvPr>
            <p:ph type="title" hasCustomPrompt="1"/>
          </p:nvPr>
        </p:nvSpPr>
        <p:spPr>
          <a:xfrm>
            <a:off x="838200" y="-457200"/>
            <a:ext cx="10515600" cy="395816"/>
          </a:xfrm>
          <a:prstGeom prst="rect">
            <a:avLst/>
          </a:prstGeom>
        </p:spPr>
        <p:txBody>
          <a:bodyPr/>
          <a:lstStyle>
            <a:lvl1pPr algn="ctr">
              <a:defRPr sz="2400"/>
            </a:lvl1pPr>
          </a:lstStyle>
          <a:p>
            <a:r>
              <a:rPr lang="en-US"/>
              <a:t>End logo slide</a:t>
            </a:r>
          </a:p>
        </p:txBody>
      </p:sp>
      <p:pic>
        <p:nvPicPr>
          <p:cNvPr id="5" name="Picture 4" descr="Dell Technologies logo">
            <a:extLst>
              <a:ext uri="{FF2B5EF4-FFF2-40B4-BE49-F238E27FC236}">
                <a16:creationId xmlns:a16="http://schemas.microsoft.com/office/drawing/2014/main" id="{6CED6EC7-6D3E-4027-A733-9B78EBA486D5}"/>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701839" y="3005741"/>
            <a:ext cx="6790944" cy="880308"/>
          </a:xfrm>
          <a:prstGeom prst="rect">
            <a:avLst/>
          </a:prstGeom>
        </p:spPr>
      </p:pic>
    </p:spTree>
    <p:extLst>
      <p:ext uri="{BB962C8B-B14F-4D97-AF65-F5344CB8AC3E}">
        <p14:creationId xmlns:p14="http://schemas.microsoft.com/office/powerpoint/2010/main" val="416277147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 bar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C3083B9-B011-4088-9915-EA423CD7E4CE}"/>
              </a:ext>
              <a:ext uri="{C183D7F6-B498-43B3-948B-1728B52AA6E4}">
                <adec:decorative xmlns:adec="http://schemas.microsoft.com/office/drawing/2017/decorative" val="1"/>
              </a:ext>
            </a:extLst>
          </p:cNvPr>
          <p:cNvSpPr/>
          <p:nvPr userDrawn="1"/>
        </p:nvSpPr>
        <p:spPr>
          <a:xfrm>
            <a:off x="0" y="0"/>
            <a:ext cx="12192000" cy="1600200"/>
          </a:xfrm>
          <a:prstGeom prst="rect">
            <a:avLst/>
          </a:prstGeom>
          <a:gradFill>
            <a:gsLst>
              <a:gs pos="0">
                <a:schemeClr val="accent6"/>
              </a:gs>
              <a:gs pos="26000">
                <a:schemeClr val="bg1"/>
              </a:gs>
              <a:gs pos="100000">
                <a:schemeClr val="accent1"/>
              </a:gs>
            </a:gsLst>
            <a:lin ang="36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2"/>
              </a:solidFill>
            </a:endParaRPr>
          </a:p>
        </p:txBody>
      </p:sp>
      <p:sp>
        <p:nvSpPr>
          <p:cNvPr id="6" name="Title 1">
            <a:extLst>
              <a:ext uri="{FF2B5EF4-FFF2-40B4-BE49-F238E27FC236}">
                <a16:creationId xmlns:a16="http://schemas.microsoft.com/office/drawing/2014/main" id="{406380C4-5271-4906-B38E-E23B3CA3967A}"/>
              </a:ext>
            </a:extLst>
          </p:cNvPr>
          <p:cNvSpPr>
            <a:spLocks noGrp="1"/>
          </p:cNvSpPr>
          <p:nvPr>
            <p:ph type="title"/>
          </p:nvPr>
        </p:nvSpPr>
        <p:spPr>
          <a:xfrm>
            <a:off x="381000" y="541569"/>
            <a:ext cx="11430000" cy="517064"/>
          </a:xfrm>
          <a:prstGeom prst="rect">
            <a:avLst/>
          </a:prstGeom>
        </p:spPr>
        <p:txBody>
          <a:bodyPr wrap="square" lIns="0" tIns="0" rIns="0" bIns="0" anchor="ctr" anchorCtr="0">
            <a:spAutoFit/>
          </a:bodyPr>
          <a:lstStyle>
            <a:lvl1pPr>
              <a:defRPr sz="3733">
                <a:solidFill>
                  <a:schemeClr val="tx2"/>
                </a:solidFill>
                <a:latin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34663277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206FF3-C8E7-4D40-A10C-5D89CDCC716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159486" y="6469169"/>
            <a:ext cx="1626116" cy="211033"/>
          </a:xfrm>
          <a:prstGeom prst="rect">
            <a:avLst/>
          </a:prstGeom>
        </p:spPr>
      </p:pic>
    </p:spTree>
    <p:extLst>
      <p:ext uri="{BB962C8B-B14F-4D97-AF65-F5344CB8AC3E}">
        <p14:creationId xmlns:p14="http://schemas.microsoft.com/office/powerpoint/2010/main" val="30083084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on blue gradient shapes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11430000" cy="517064"/>
          </a:xfrm>
          <a:prstGeom prst="rect">
            <a:avLst/>
          </a:prstGeom>
        </p:spPr>
        <p:txBody>
          <a:bodyPr wrap="square" lIns="0" tIns="0" rIns="0" bIns="0">
            <a:spAutoFit/>
          </a:bodyPr>
          <a:lstStyle>
            <a:lvl1pPr>
              <a:defRPr sz="3733">
                <a:solidFill>
                  <a:schemeClr val="tx2"/>
                </a:solidFill>
                <a:latin typeface="Arial" panose="020B0604020202020204" pitchFamily="34" charset="0"/>
              </a:defRPr>
            </a:lvl1pPr>
          </a:lstStyle>
          <a:p>
            <a:r>
              <a:rPr lang="en-US"/>
              <a:t>Click to edit Master title style</a:t>
            </a:r>
          </a:p>
        </p:txBody>
      </p:sp>
      <p:pic>
        <p:nvPicPr>
          <p:cNvPr id="4" name="Picture 3">
            <a:extLst>
              <a:ext uri="{FF2B5EF4-FFF2-40B4-BE49-F238E27FC236}">
                <a16:creationId xmlns:a16="http://schemas.microsoft.com/office/drawing/2014/main" id="{8020B52D-4DDB-4507-94A0-5D24960777F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10403083" y="6451744"/>
            <a:ext cx="1438648" cy="187024"/>
          </a:xfrm>
          <a:prstGeom prst="rect">
            <a:avLst/>
          </a:prstGeom>
        </p:spPr>
      </p:pic>
    </p:spTree>
    <p:extLst>
      <p:ext uri="{BB962C8B-B14F-4D97-AF65-F5344CB8AC3E}">
        <p14:creationId xmlns:p14="http://schemas.microsoft.com/office/powerpoint/2010/main" val="3685068799"/>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1"/>
            <a:ext cx="11430000" cy="886396"/>
          </a:xfrm>
          <a:prstGeom prst="rect">
            <a:avLst/>
          </a:prstGeom>
        </p:spPr>
        <p:txBody>
          <a:bodyPr wrap="square" lIns="0" tIns="0" rIns="0" bIns="0">
            <a:spAutoFit/>
          </a:bodyPr>
          <a:lstStyle>
            <a:lvl1pPr>
              <a:defRPr sz="6400">
                <a:solidFill>
                  <a:srgbClr val="0076CE"/>
                </a:solidFill>
                <a:latin typeface="Arial" panose="020B0604020202020204" pitchFamily="34" charset="0"/>
              </a:defRPr>
            </a:lvl1pPr>
          </a:lstStyle>
          <a:p>
            <a:r>
              <a:rPr lang="en-US"/>
              <a:t>Click to edit Master title style</a:t>
            </a:r>
          </a:p>
        </p:txBody>
      </p:sp>
      <p:pic>
        <p:nvPicPr>
          <p:cNvPr id="3" name="Picture 2">
            <a:extLst>
              <a:ext uri="{FF2B5EF4-FFF2-40B4-BE49-F238E27FC236}">
                <a16:creationId xmlns:a16="http://schemas.microsoft.com/office/drawing/2014/main" id="{4C234FF7-EC6A-4731-963A-0B032E27E400}"/>
              </a:ext>
            </a:extLst>
          </p:cNvPr>
          <p:cNvPicPr>
            <a:picLocks noChangeAspect="1"/>
          </p:cNvPicPr>
          <p:nvPr userDrawn="1"/>
        </p:nvPicPr>
        <p:blipFill>
          <a:blip r:embed="rId2"/>
          <a:stretch>
            <a:fillRect/>
          </a:stretch>
        </p:blipFill>
        <p:spPr>
          <a:xfrm>
            <a:off x="11081546" y="18254"/>
            <a:ext cx="910445" cy="776556"/>
          </a:xfrm>
          <a:prstGeom prst="rect">
            <a:avLst/>
          </a:prstGeom>
        </p:spPr>
      </p:pic>
    </p:spTree>
    <p:extLst>
      <p:ext uri="{BB962C8B-B14F-4D97-AF65-F5344CB8AC3E}">
        <p14:creationId xmlns:p14="http://schemas.microsoft.com/office/powerpoint/2010/main" val="1896368185"/>
      </p:ext>
    </p:extLst>
  </p:cSld>
  <p:clrMapOvr>
    <a:masterClrMapping/>
  </p:clrMapOvr>
  <p:extLst>
    <p:ext uri="{DCECCB84-F9BA-43D5-87BE-67443E8EF086}">
      <p15:sldGuideLst xmlns:p15="http://schemas.microsoft.com/office/powerpoint/2012/main">
        <p15:guide id="1" orient="horz" pos="14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bg>
      <p:bgPr>
        <a:gradFill>
          <a:gsLst>
            <a:gs pos="100000">
              <a:schemeClr val="tx2"/>
            </a:gs>
            <a:gs pos="0">
              <a:srgbClr val="C8C9C7"/>
            </a:gs>
          </a:gsLst>
          <a:lin ang="42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7941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FRS Panel Slide">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6DEC9090-2827-4B8E-8167-9F0ED8214C60}"/>
              </a:ext>
            </a:extLst>
          </p:cNvPr>
          <p:cNvPicPr>
            <a:picLocks noChangeAspect="1"/>
          </p:cNvPicPr>
          <p:nvPr userDrawn="1"/>
        </p:nvPicPr>
        <p:blipFill rotWithShape="1">
          <a:blip r:embed="rId2"/>
          <a:srcRect l="1010" t="980" r="1010" b="980"/>
          <a:stretch/>
        </p:blipFill>
        <p:spPr>
          <a:xfrm>
            <a:off x="0" y="-1"/>
            <a:ext cx="12192000" cy="6858002"/>
          </a:xfrm>
          <a:prstGeom prst="rect">
            <a:avLst/>
          </a:prstGeom>
        </p:spPr>
      </p:pic>
      <p:sp>
        <p:nvSpPr>
          <p:cNvPr id="7" name="Rectangle 6">
            <a:extLst>
              <a:ext uri="{FF2B5EF4-FFF2-40B4-BE49-F238E27FC236}">
                <a16:creationId xmlns:a16="http://schemas.microsoft.com/office/drawing/2014/main" id="{36B0EA68-74DA-46F4-957F-0951E80AD7AD}"/>
              </a:ext>
            </a:extLst>
          </p:cNvPr>
          <p:cNvSpPr/>
          <p:nvPr userDrawn="1"/>
        </p:nvSpPr>
        <p:spPr>
          <a:xfrm>
            <a:off x="0" y="-4233"/>
            <a:ext cx="12192000" cy="6858000"/>
          </a:xfrm>
          <a:prstGeom prst="rect">
            <a:avLst/>
          </a:prstGeom>
          <a:solidFill>
            <a:schemeClr val="bg2">
              <a:alpha val="70000"/>
            </a:schemeClr>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76197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pic>
        <p:nvPicPr>
          <p:cNvPr id="12" name="Picture 11">
            <a:extLst>
              <a:ext uri="{FF2B5EF4-FFF2-40B4-BE49-F238E27FC236}">
                <a16:creationId xmlns:a16="http://schemas.microsoft.com/office/drawing/2014/main" id="{E34FD022-D1BC-4D74-A1DE-60FA5221D644}"/>
              </a:ext>
            </a:extLst>
          </p:cNvPr>
          <p:cNvPicPr>
            <a:picLocks noChangeAspect="1"/>
          </p:cNvPicPr>
          <p:nvPr userDrawn="1"/>
        </p:nvPicPr>
        <p:blipFill>
          <a:blip r:embed="rId3"/>
          <a:stretch>
            <a:fillRect/>
          </a:stretch>
        </p:blipFill>
        <p:spPr>
          <a:xfrm>
            <a:off x="11081546" y="18254"/>
            <a:ext cx="910445" cy="776556"/>
          </a:xfrm>
          <a:prstGeom prst="rect">
            <a:avLst/>
          </a:prstGeom>
        </p:spPr>
      </p:pic>
    </p:spTree>
    <p:extLst>
      <p:ext uri="{BB962C8B-B14F-4D97-AF65-F5344CB8AC3E}">
        <p14:creationId xmlns:p14="http://schemas.microsoft.com/office/powerpoint/2010/main" val="32431860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cSld name="Cover 8">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10344EF7-FB04-41A4-900F-48EC95C6F3B4}"/>
              </a:ext>
            </a:extLst>
          </p:cNvPr>
          <p:cNvSpPr>
            <a:spLocks noGrp="1"/>
          </p:cNvSpPr>
          <p:nvPr>
            <p:ph type="ctrTitle"/>
          </p:nvPr>
        </p:nvSpPr>
        <p:spPr>
          <a:xfrm>
            <a:off x="381000" y="552449"/>
            <a:ext cx="11430000" cy="1994392"/>
          </a:xfrm>
          <a:prstGeom prst="rect">
            <a:avLst/>
          </a:prstGeom>
        </p:spPr>
        <p:txBody>
          <a:bodyPr wrap="square" lIns="0" tIns="0" rIns="0" bIns="0" anchor="b">
            <a:spAutoFit/>
          </a:bodyPr>
          <a:lstStyle>
            <a:lvl1pPr algn="l">
              <a:defRPr sz="7200">
                <a:solidFill>
                  <a:schemeClr val="tx2"/>
                </a:solidFill>
                <a:latin typeface="Arial" panose="020B0604020202020204" pitchFamily="34" charset="0"/>
              </a:defRPr>
            </a:lvl1pPr>
          </a:lstStyle>
          <a:p>
            <a:r>
              <a:rPr lang="en-US"/>
              <a:t>Click to edit Master title style</a:t>
            </a:r>
          </a:p>
        </p:txBody>
      </p:sp>
      <p:sp>
        <p:nvSpPr>
          <p:cNvPr id="11" name="Subtitle 2">
            <a:extLst>
              <a:ext uri="{FF2B5EF4-FFF2-40B4-BE49-F238E27FC236}">
                <a16:creationId xmlns:a16="http://schemas.microsoft.com/office/drawing/2014/main" id="{A67014B0-AEAB-4CC8-BCED-661FF1CA2731}"/>
              </a:ext>
            </a:extLst>
          </p:cNvPr>
          <p:cNvSpPr>
            <a:spLocks noGrp="1"/>
          </p:cNvSpPr>
          <p:nvPr>
            <p:ph type="subTitle" idx="1"/>
          </p:nvPr>
        </p:nvSpPr>
        <p:spPr>
          <a:xfrm>
            <a:off x="381000" y="2743200"/>
            <a:ext cx="11430000" cy="1655763"/>
          </a:xfrm>
          <a:prstGeom prst="rect">
            <a:avLst/>
          </a:prstGeom>
        </p:spPr>
        <p:txBody>
          <a:bodyPr lIns="0" tIns="0" rIns="0" bIns="0"/>
          <a:lstStyle>
            <a:lvl1pPr marL="0" indent="0" algn="l">
              <a:lnSpc>
                <a:spcPct val="100000"/>
              </a:lnSpc>
              <a:spcBef>
                <a:spcPts val="0"/>
              </a:spcBef>
              <a:buNone/>
              <a:defRPr sz="2667">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068363082"/>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Photo bkg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ontent Placeholder 6"/>
          <p:cNvSpPr>
            <a:spLocks noGrp="1"/>
          </p:cNvSpPr>
          <p:nvPr>
            <p:ph sz="quarter" idx="10"/>
          </p:nvPr>
        </p:nvSpPr>
        <p:spPr>
          <a:xfrm>
            <a:off x="381000" y="2493599"/>
            <a:ext cx="5715000" cy="3276600"/>
          </a:xfrm>
          <a:prstGeom prst="rect">
            <a:avLst/>
          </a:prstGeom>
          <a:noFill/>
        </p:spPr>
        <p:txBody>
          <a:bodyPr lIns="0" tIns="0" rIns="0" bIns="0"/>
          <a:lstStyle>
            <a:lvl1pPr marL="230712" indent="-230712">
              <a:lnSpc>
                <a:spcPct val="100000"/>
              </a:lnSpc>
              <a:spcBef>
                <a:spcPts val="2400"/>
              </a:spcBef>
              <a:buFont typeface="Arial" panose="020B0604020202020204" pitchFamily="34" charset="0"/>
              <a:buChar char="•"/>
              <a:defRPr sz="2400">
                <a:solidFill>
                  <a:schemeClr val="tx2"/>
                </a:solidFill>
              </a:defRPr>
            </a:lvl1pPr>
            <a:lvl2pPr marL="685783" indent="-224361">
              <a:lnSpc>
                <a:spcPct val="100000"/>
              </a:lnSpc>
              <a:spcBef>
                <a:spcPts val="400"/>
              </a:spcBef>
              <a:buFont typeface="Arial" panose="020B0604020202020204" pitchFamily="34" charset="0"/>
              <a:buChar char="–"/>
              <a:defRPr sz="1867">
                <a:solidFill>
                  <a:schemeClr val="tx2"/>
                </a:solidFill>
              </a:defRPr>
            </a:lvl2pPr>
            <a:lvl3pPr marL="1066773" indent="-222245">
              <a:lnSpc>
                <a:spcPct val="100000"/>
              </a:lnSpc>
              <a:spcBef>
                <a:spcPts val="400"/>
              </a:spcBef>
              <a:buFont typeface="Wingdings" panose="05000000000000000000" pitchFamily="2" charset="2"/>
              <a:buChar char="§"/>
              <a:defRPr sz="1467">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p:txBody>
      </p:sp>
      <p:sp>
        <p:nvSpPr>
          <p:cNvPr id="6" name="Title 1"/>
          <p:cNvSpPr>
            <a:spLocks noGrp="1"/>
          </p:cNvSpPr>
          <p:nvPr>
            <p:ph type="title"/>
          </p:nvPr>
        </p:nvSpPr>
        <p:spPr>
          <a:xfrm>
            <a:off x="381000" y="533401"/>
            <a:ext cx="5715000" cy="1181863"/>
          </a:xfrm>
          <a:prstGeom prst="rect">
            <a:avLst/>
          </a:prstGeom>
        </p:spPr>
        <p:txBody>
          <a:bodyPr wrap="square" lIns="0" tIns="0" rIns="0" bIns="0" anchor="b" anchorCtr="0">
            <a:spAutoFit/>
          </a:bodyPr>
          <a:lstStyle>
            <a:lvl1pPr>
              <a:defRPr sz="4267">
                <a:solidFill>
                  <a:schemeClr val="tx2"/>
                </a:solidFill>
                <a:latin typeface="Arial" panose="020B0604020202020204" pitchFamily="34" charset="0"/>
              </a:defRPr>
            </a:lvl1pPr>
          </a:lstStyle>
          <a:p>
            <a:r>
              <a:rPr lang="en-US"/>
              <a:t>Click to edit Master title style</a:t>
            </a:r>
          </a:p>
        </p:txBody>
      </p:sp>
      <p:sp>
        <p:nvSpPr>
          <p:cNvPr id="7" name="Subtitle 2"/>
          <p:cNvSpPr>
            <a:spLocks noGrp="1"/>
          </p:cNvSpPr>
          <p:nvPr>
            <p:ph type="subTitle" idx="1"/>
          </p:nvPr>
        </p:nvSpPr>
        <p:spPr>
          <a:xfrm>
            <a:off x="381000" y="1807799"/>
            <a:ext cx="5715000" cy="287259"/>
          </a:xfrm>
          <a:prstGeom prst="rect">
            <a:avLst/>
          </a:prstGeom>
        </p:spPr>
        <p:txBody>
          <a:bodyPr wrap="square" lIns="0" tIns="0" rIns="0" bIns="0">
            <a:spAutoFit/>
          </a:bodyPr>
          <a:lstStyle>
            <a:lvl1pPr marL="0" indent="0" algn="l">
              <a:lnSpc>
                <a:spcPct val="100000"/>
              </a:lnSpc>
              <a:spcBef>
                <a:spcPts val="0"/>
              </a:spcBef>
              <a:buNone/>
              <a:defRPr sz="1867">
                <a:solidFill>
                  <a:schemeClr val="tx2"/>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03083" y="6451744"/>
            <a:ext cx="1438648" cy="187024"/>
          </a:xfrm>
          <a:prstGeom prst="rect">
            <a:avLst/>
          </a:prstGeom>
        </p:spPr>
      </p:pic>
    </p:spTree>
    <p:extLst>
      <p:ext uri="{BB962C8B-B14F-4D97-AF65-F5344CB8AC3E}">
        <p14:creationId xmlns:p14="http://schemas.microsoft.com/office/powerpoint/2010/main" val="15478913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End logo slide blue">
    <p:bg>
      <p:bgPr>
        <a:solidFill>
          <a:schemeClr val="bg1"/>
        </a:solidFill>
        <a:effectLst/>
      </p:bgPr>
    </p:bg>
    <p:spTree>
      <p:nvGrpSpPr>
        <p:cNvPr id="1" name=""/>
        <p:cNvGrpSpPr/>
        <p:nvPr/>
      </p:nvGrpSpPr>
      <p:grpSpPr>
        <a:xfrm>
          <a:off x="0" y="0"/>
          <a:ext cx="0" cy="0"/>
          <a:chOff x="0" y="0"/>
          <a:chExt cx="0" cy="0"/>
        </a:xfrm>
      </p:grpSpPr>
      <p:pic>
        <p:nvPicPr>
          <p:cNvPr id="2" name="Picture 7">
            <a:extLst>
              <a:ext uri="{FF2B5EF4-FFF2-40B4-BE49-F238E27FC236}">
                <a16:creationId xmlns:a16="http://schemas.microsoft.com/office/drawing/2014/main" id="{D12DCCB9-51A4-4332-A79A-268EDAD93A29}"/>
              </a:ext>
            </a:extLst>
          </p:cNvPr>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2700867" y="3005667"/>
            <a:ext cx="6792384" cy="88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7053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33.xml"/><Relationship Id="rId7" Type="http://schemas.openxmlformats.org/officeDocument/2006/relationships/theme" Target="../theme/theme2.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32">
            <a:extLst>
              <a:ext uri="{28A0092B-C50C-407E-A947-70E740481C1C}">
                <a14:useLocalDpi xmlns:a14="http://schemas.microsoft.com/office/drawing/2010/main"/>
              </a:ext>
            </a:extLst>
          </a:blip>
          <a:stretch>
            <a:fillRect/>
          </a:stretch>
        </p:blipFill>
        <p:spPr>
          <a:xfrm>
            <a:off x="10403080" y="6451745"/>
            <a:ext cx="1438656" cy="187024"/>
          </a:xfrm>
          <a:prstGeom prst="rect">
            <a:avLst/>
          </a:prstGeom>
        </p:spPr>
      </p:pic>
      <p:sp>
        <p:nvSpPr>
          <p:cNvPr id="7" name="fl" descr="                              Dell - Internal Use - Confidential&#10;"/>
          <p:cNvSpPr txBox="1"/>
          <p:nvPr userDrawn="1"/>
        </p:nvSpPr>
        <p:spPr>
          <a:xfrm>
            <a:off x="5600137" y="6696353"/>
            <a:ext cx="1009892" cy="92398"/>
          </a:xfrm>
          <a:prstGeom prst="rect">
            <a:avLst/>
          </a:prstGeom>
          <a:noFill/>
        </p:spPr>
        <p:txBody>
          <a:bodyPr vert="horz" wrap="none" lIns="0" tIns="0" rIns="0" bIns="0" rtlCol="0" anchor="ctr" anchorCtr="0">
            <a:spAutoFit/>
          </a:bodyPr>
          <a:lstStyle/>
          <a:p>
            <a:pPr marL="0" marR="0" indent="0" algn="l" defTabSz="1219170" rtl="0" eaLnBrk="1" fontAlgn="base" latinLnBrk="0" hangingPunct="1">
              <a:lnSpc>
                <a:spcPct val="90000"/>
              </a:lnSpc>
              <a:spcBef>
                <a:spcPts val="133"/>
              </a:spcBef>
              <a:spcAft>
                <a:spcPts val="133"/>
              </a:spcAft>
              <a:buClrTx/>
              <a:buSzTx/>
              <a:buFontTx/>
              <a:buNone/>
              <a:tabLst/>
              <a:defRPr/>
            </a:pPr>
            <a:r>
              <a:rPr lang="en-US" sz="667" b="0" i="0" u="none" baseline="0">
                <a:solidFill>
                  <a:srgbClr val="808080"/>
                </a:solidFill>
                <a:latin typeface="Arial" panose="020B0604020202020204" pitchFamily="34" charset="0"/>
              </a:rPr>
              <a:t>© Copyright 2021 Dell Inc.</a:t>
            </a:r>
          </a:p>
        </p:txBody>
      </p:sp>
      <p:sp>
        <p:nvSpPr>
          <p:cNvPr id="6" name="TextBox 19"/>
          <p:cNvSpPr txBox="1"/>
          <p:nvPr userDrawn="1"/>
        </p:nvSpPr>
        <p:spPr>
          <a:xfrm>
            <a:off x="5140350" y="6697379"/>
            <a:ext cx="105798" cy="92398"/>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r" rtl="0" fontAlgn="base">
              <a:lnSpc>
                <a:spcPct val="90000"/>
              </a:lnSpc>
              <a:spcBef>
                <a:spcPct val="0"/>
              </a:spcBef>
              <a:spcAft>
                <a:spcPct val="0"/>
              </a:spcAft>
              <a:buClr>
                <a:schemeClr val="bg1"/>
              </a:buClr>
            </a:pPr>
            <a:fld id="{58EC7406-F4CC-4ABF-902E-2AF4E70E5C0F}" type="slidenum">
              <a:rPr lang="en-US" sz="667" b="0" kern="1200" smtClean="0">
                <a:solidFill>
                  <a:srgbClr val="808080"/>
                </a:solidFill>
                <a:latin typeface="Arial" panose="020B0604020202020204" pitchFamily="34" charset="0"/>
                <a:ea typeface="+mn-ea"/>
                <a:cs typeface="+mn-cs"/>
              </a:rPr>
              <a:pPr algn="r" rtl="0" fontAlgn="base">
                <a:lnSpc>
                  <a:spcPct val="90000"/>
                </a:lnSpc>
                <a:spcBef>
                  <a:spcPct val="0"/>
                </a:spcBef>
                <a:spcAft>
                  <a:spcPct val="0"/>
                </a:spcAft>
                <a:buClr>
                  <a:schemeClr val="bg1"/>
                </a:buClr>
              </a:pPr>
              <a:t>‹#›</a:t>
            </a:fld>
            <a:endParaRPr lang="en-US" sz="667" b="0" kern="1200" err="1">
              <a:solidFill>
                <a:srgbClr val="808080"/>
              </a:solidFill>
              <a:latin typeface="Arial" panose="020B0604020202020204" pitchFamily="34" charset="0"/>
              <a:ea typeface="+mn-ea"/>
              <a:cs typeface="+mn-cs"/>
            </a:endParaRPr>
          </a:p>
        </p:txBody>
      </p:sp>
      <p:sp>
        <p:nvSpPr>
          <p:cNvPr id="9" name="TextBox 16"/>
          <p:cNvSpPr txBox="1"/>
          <p:nvPr userDrawn="1"/>
        </p:nvSpPr>
        <p:spPr>
          <a:xfrm>
            <a:off x="5276065" y="6697379"/>
            <a:ext cx="192360" cy="92398"/>
          </a:xfrm>
          <a:prstGeom prst="rect">
            <a:avLst/>
          </a:prstGeom>
        </p:spPr>
        <p:txBody>
          <a:bodyPr vert="horz" wrap="none" lIns="0" tIns="0" rIns="0" bIns="0" rtlCol="0" anchor="ctr" anchorCtr="0">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l" rtl="0" fontAlgn="base">
              <a:lnSpc>
                <a:spcPct val="90000"/>
              </a:lnSpc>
              <a:spcBef>
                <a:spcPct val="0"/>
              </a:spcBef>
              <a:spcAft>
                <a:spcPct val="0"/>
              </a:spcAft>
              <a:buClr>
                <a:schemeClr val="bg1"/>
              </a:buClr>
            </a:pPr>
            <a:r>
              <a:rPr lang="en-US" sz="667" kern="1200">
                <a:solidFill>
                  <a:srgbClr val="808080"/>
                </a:solidFill>
                <a:latin typeface="Arial" panose="020B0604020202020204" pitchFamily="34" charset="0"/>
                <a:ea typeface="+mn-ea"/>
                <a:cs typeface="+mn-cs"/>
              </a:rPr>
              <a:t>of 97</a:t>
            </a:r>
          </a:p>
        </p:txBody>
      </p:sp>
      <p:sp>
        <p:nvSpPr>
          <p:cNvPr id="3" name="MSIPCMContentMarking" descr="{&quot;HashCode&quot;:-1876667767,&quot;Placement&quot;:&quot;Footer&quot;,&quot;Top&quot;:523.380066,&quot;Left&quot;:0.0,&quot;SlideWidth&quot;:960,&quot;SlideHeight&quot;:540}">
            <a:extLst>
              <a:ext uri="{FF2B5EF4-FFF2-40B4-BE49-F238E27FC236}">
                <a16:creationId xmlns:a16="http://schemas.microsoft.com/office/drawing/2014/main" id="{E672C411-B765-45F9-B73C-E7FBBF7DD63B}"/>
              </a:ext>
            </a:extLst>
          </p:cNvPr>
          <p:cNvSpPr txBox="1"/>
          <p:nvPr userDrawn="1"/>
        </p:nvSpPr>
        <p:spPr>
          <a:xfrm>
            <a:off x="0" y="6646927"/>
            <a:ext cx="1185008" cy="211073"/>
          </a:xfrm>
          <a:prstGeom prst="rect">
            <a:avLst/>
          </a:prstGeom>
          <a:noFill/>
        </p:spPr>
        <p:txBody>
          <a:bodyPr vert="horz" wrap="square" lIns="0" tIns="0" rIns="0" bIns="0" rtlCol="0" anchor="ctr" anchorCtr="1">
            <a:spAutoFit/>
          </a:bodyPr>
          <a:lstStyle/>
          <a:p>
            <a:pPr algn="l">
              <a:spcBef>
                <a:spcPts val="0"/>
              </a:spcBef>
              <a:spcAft>
                <a:spcPts val="0"/>
              </a:spcAft>
            </a:pPr>
            <a:r>
              <a:rPr lang="en-US" sz="700">
                <a:solidFill>
                  <a:srgbClr val="737373"/>
                </a:solidFill>
                <a:latin typeface="Calibri" panose="020F0502020204030204" pitchFamily="34" charset="0"/>
              </a:rPr>
              <a:t>Internal Use - Confidential</a:t>
            </a:r>
            <a:endParaRPr lang="en-US" sz="700" dirty="0">
              <a:solidFill>
                <a:srgbClr val="737373"/>
              </a:solidFill>
              <a:latin typeface="Calibri" panose="020F0502020204030204" pitchFamily="34" charset="0"/>
            </a:endParaRPr>
          </a:p>
        </p:txBody>
      </p:sp>
    </p:spTree>
    <p:extLst>
      <p:ext uri="{BB962C8B-B14F-4D97-AF65-F5344CB8AC3E}">
        <p14:creationId xmlns:p14="http://schemas.microsoft.com/office/powerpoint/2010/main" val="20092941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608">
          <p15:clr>
            <a:srgbClr val="F26B43"/>
          </p15:clr>
        </p15:guide>
        <p15:guide id="2" orient="horz" pos="2592">
          <p15:clr>
            <a:srgbClr val="F26B43"/>
          </p15:clr>
        </p15:guide>
        <p15:guide id="3" pos="288">
          <p15:clr>
            <a:srgbClr val="F26B43"/>
          </p15:clr>
        </p15:guide>
        <p15:guide id="4" pos="892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100000">
              <a:schemeClr val="tx2"/>
            </a:gs>
            <a:gs pos="0">
              <a:srgbClr val="C8C9C7"/>
            </a:gs>
          </a:gsLst>
          <a:lin ang="4200000" scaled="0"/>
        </a:gradFill>
        <a:effectLst/>
      </p:bgPr>
    </p:bg>
    <p:spTree>
      <p:nvGrpSpPr>
        <p:cNvPr id="1" name=""/>
        <p:cNvGrpSpPr/>
        <p:nvPr/>
      </p:nvGrpSpPr>
      <p:grpSpPr>
        <a:xfrm>
          <a:off x="0" y="0"/>
          <a:ext cx="0" cy="0"/>
          <a:chOff x="0" y="0"/>
          <a:chExt cx="0" cy="0"/>
        </a:xfrm>
      </p:grpSpPr>
      <p:sp>
        <p:nvSpPr>
          <p:cNvPr id="3" name="MSIPCMContentMarking" descr="{&quot;HashCode&quot;:-1876667767,&quot;Placement&quot;:&quot;Footer&quot;,&quot;Top&quot;:523.380066,&quot;Left&quot;:0.0,&quot;SlideWidth&quot;:960,&quot;SlideHeight&quot;:540}">
            <a:extLst>
              <a:ext uri="{FF2B5EF4-FFF2-40B4-BE49-F238E27FC236}">
                <a16:creationId xmlns:a16="http://schemas.microsoft.com/office/drawing/2014/main" id="{714FBA78-BC1B-4C8B-996A-2BC3B7CE7394}"/>
              </a:ext>
            </a:extLst>
          </p:cNvPr>
          <p:cNvSpPr txBox="1"/>
          <p:nvPr userDrawn="1"/>
        </p:nvSpPr>
        <p:spPr>
          <a:xfrm>
            <a:off x="0" y="6646927"/>
            <a:ext cx="1185008" cy="211073"/>
          </a:xfrm>
          <a:prstGeom prst="rect">
            <a:avLst/>
          </a:prstGeom>
          <a:noFill/>
        </p:spPr>
        <p:txBody>
          <a:bodyPr vert="horz" wrap="square" lIns="0" tIns="0" rIns="0" bIns="0" rtlCol="0" anchor="ctr" anchorCtr="1">
            <a:spAutoFit/>
          </a:bodyPr>
          <a:lstStyle/>
          <a:p>
            <a:pPr algn="l">
              <a:spcBef>
                <a:spcPts val="0"/>
              </a:spcBef>
              <a:spcAft>
                <a:spcPts val="0"/>
              </a:spcAft>
            </a:pPr>
            <a:r>
              <a:rPr lang="en-US" sz="700">
                <a:solidFill>
                  <a:srgbClr val="737373"/>
                </a:solidFill>
                <a:latin typeface="Calibri" panose="020F0502020204030204" pitchFamily="34" charset="0"/>
              </a:rPr>
              <a:t>Internal Use - Confidential</a:t>
            </a:r>
          </a:p>
        </p:txBody>
      </p:sp>
      <p:pic>
        <p:nvPicPr>
          <p:cNvPr id="4" name="Picture 3">
            <a:extLst>
              <a:ext uri="{FF2B5EF4-FFF2-40B4-BE49-F238E27FC236}">
                <a16:creationId xmlns:a16="http://schemas.microsoft.com/office/drawing/2014/main" id="{18F4DD60-9364-4F42-94DE-276B420C9A8F}"/>
              </a:ext>
            </a:extLst>
          </p:cNvPr>
          <p:cNvPicPr>
            <a:picLocks noChangeAspect="1"/>
          </p:cNvPicPr>
          <p:nvPr userDrawn="1"/>
        </p:nvPicPr>
        <p:blipFill>
          <a:blip r:embed="rId8"/>
          <a:stretch>
            <a:fillRect/>
          </a:stretch>
        </p:blipFill>
        <p:spPr>
          <a:xfrm>
            <a:off x="11081546" y="18254"/>
            <a:ext cx="910445" cy="776556"/>
          </a:xfrm>
          <a:prstGeom prst="rect">
            <a:avLst/>
          </a:prstGeom>
        </p:spPr>
      </p:pic>
    </p:spTree>
    <p:extLst>
      <p:ext uri="{BB962C8B-B14F-4D97-AF65-F5344CB8AC3E}">
        <p14:creationId xmlns:p14="http://schemas.microsoft.com/office/powerpoint/2010/main" val="301862229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p15:clr>
            <a:srgbClr val="F26B43"/>
          </p15:clr>
        </p15:guide>
        <p15:guide id="2" orient="horz" pos="16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8.xml"/><Relationship Id="rId4" Type="http://schemas.openxmlformats.org/officeDocument/2006/relationships/image" Target="../media/image2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svg"/><Relationship Id="rId7" Type="http://schemas.openxmlformats.org/officeDocument/2006/relationships/image" Target="../media/image30.svg"/><Relationship Id="rId2" Type="http://schemas.openxmlformats.org/officeDocument/2006/relationships/image" Target="../media/image25.png"/><Relationship Id="rId1" Type="http://schemas.openxmlformats.org/officeDocument/2006/relationships/slideLayout" Target="../slideLayouts/slideLayout28.xml"/><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bin"/><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2.bin"/><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oleObject" Target="../embeddings/oleObject3.bin"/><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9C84-6423-116F-D0EE-FD5C09A1B45B}"/>
              </a:ext>
            </a:extLst>
          </p:cNvPr>
          <p:cNvSpPr>
            <a:spLocks noGrp="1"/>
          </p:cNvSpPr>
          <p:nvPr>
            <p:ph type="title"/>
          </p:nvPr>
        </p:nvSpPr>
        <p:spPr/>
        <p:txBody>
          <a:bodyPr/>
          <a:lstStyle/>
          <a:p>
            <a:endParaRPr lang="en-US"/>
          </a:p>
        </p:txBody>
      </p:sp>
      <p:sp>
        <p:nvSpPr>
          <p:cNvPr id="3" name="TextBox 2">
            <a:extLst>
              <a:ext uri="{FF2B5EF4-FFF2-40B4-BE49-F238E27FC236}">
                <a16:creationId xmlns:a16="http://schemas.microsoft.com/office/drawing/2014/main" id="{E64CCAFB-4B0B-7558-AB09-05EE35B2360E}"/>
              </a:ext>
            </a:extLst>
          </p:cNvPr>
          <p:cNvSpPr txBox="1"/>
          <p:nvPr/>
        </p:nvSpPr>
        <p:spPr>
          <a:xfrm>
            <a:off x="381000" y="1992796"/>
            <a:ext cx="11481352" cy="1107996"/>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t>Activity – Graph connecting stakeholder management and Trust</a:t>
            </a:r>
          </a:p>
          <a:p>
            <a:pPr marL="285750" indent="-285750">
              <a:buFont typeface="Arial" panose="020B0604020202020204" pitchFamily="34" charset="0"/>
              <a:buChar char="•"/>
            </a:pPr>
            <a:r>
              <a:rPr lang="en-US" dirty="0"/>
              <a:t>Hidden variable </a:t>
            </a:r>
          </a:p>
          <a:p>
            <a:pPr marL="285750" indent="-285750">
              <a:buFont typeface="Arial" panose="020B0604020202020204" pitchFamily="34" charset="0"/>
              <a:buChar char="•"/>
            </a:pPr>
            <a:r>
              <a:rPr lang="en-US" dirty="0"/>
              <a:t>Tax and Dividend </a:t>
            </a:r>
          </a:p>
          <a:p>
            <a:endParaRPr lang="en-US" sz="1800" dirty="0"/>
          </a:p>
        </p:txBody>
      </p:sp>
    </p:spTree>
    <p:extLst>
      <p:ext uri="{BB962C8B-B14F-4D97-AF65-F5344CB8AC3E}">
        <p14:creationId xmlns:p14="http://schemas.microsoft.com/office/powerpoint/2010/main" val="3744249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1">
            <a:extLst>
              <a:ext uri="{FF2B5EF4-FFF2-40B4-BE49-F238E27FC236}">
                <a16:creationId xmlns:a16="http://schemas.microsoft.com/office/drawing/2014/main" id="{CE37942D-E919-4A8A-A299-CF56E1A14E84}"/>
              </a:ext>
            </a:extLst>
          </p:cNvPr>
          <p:cNvSpPr txBox="1">
            <a:spLocks/>
          </p:cNvSpPr>
          <p:nvPr/>
        </p:nvSpPr>
        <p:spPr>
          <a:xfrm>
            <a:off x="428625" y="2764929"/>
            <a:ext cx="11334750" cy="809625"/>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571477" rtl="0" eaLnBrk="1" fontAlgn="auto" latinLnBrk="0" hangingPunct="1">
              <a:lnSpc>
                <a:spcPct val="90000"/>
              </a:lnSpc>
              <a:spcBef>
                <a:spcPts val="1000"/>
              </a:spcBef>
              <a:spcAft>
                <a:spcPts val="0"/>
              </a:spcAft>
              <a:buClrTx/>
              <a:buSzTx/>
              <a:buFontTx/>
              <a:buNone/>
              <a:tabLst/>
              <a:defRPr/>
            </a:pPr>
            <a:endParaRPr kumimoji="0" lang="en-US" sz="4500" b="0" i="0" u="none" strike="noStrike" kern="1200" cap="none" spc="0" normalizeH="0" baseline="0" noProof="0" dirty="0">
              <a:ln>
                <a:noFill/>
              </a:ln>
              <a:solidFill>
                <a:srgbClr val="FFFFFF"/>
              </a:solidFill>
              <a:effectLst/>
              <a:uLnTx/>
              <a:uFillTx/>
              <a:latin typeface="Bahnschrift SemiBold" panose="020B0502040204020203" pitchFamily="34" charset="0"/>
              <a:ea typeface="+mj-ea"/>
              <a:cs typeface="+mj-cs"/>
            </a:endParaRPr>
          </a:p>
        </p:txBody>
      </p:sp>
      <p:sp>
        <p:nvSpPr>
          <p:cNvPr id="2" name="Title 1">
            <a:extLst>
              <a:ext uri="{FF2B5EF4-FFF2-40B4-BE49-F238E27FC236}">
                <a16:creationId xmlns:a16="http://schemas.microsoft.com/office/drawing/2014/main" id="{B8CAD462-E50F-4B0A-A0D7-0AEF78AFCD38}"/>
              </a:ext>
            </a:extLst>
          </p:cNvPr>
          <p:cNvSpPr>
            <a:spLocks noGrp="1"/>
          </p:cNvSpPr>
          <p:nvPr>
            <p:ph type="title"/>
          </p:nvPr>
        </p:nvSpPr>
        <p:spPr/>
        <p:txBody>
          <a:bodyPr/>
          <a:lstStyle/>
          <a:p>
            <a:r>
              <a:rPr lang="en-US" dirty="0"/>
              <a:t>Take time to think!</a:t>
            </a:r>
          </a:p>
        </p:txBody>
      </p:sp>
      <p:sp>
        <p:nvSpPr>
          <p:cNvPr id="4" name="Title 1">
            <a:extLst>
              <a:ext uri="{FF2B5EF4-FFF2-40B4-BE49-F238E27FC236}">
                <a16:creationId xmlns:a16="http://schemas.microsoft.com/office/drawing/2014/main" id="{DB7D495C-4BE2-4F41-BC07-C77515B007A1}"/>
              </a:ext>
            </a:extLst>
          </p:cNvPr>
          <p:cNvSpPr txBox="1">
            <a:spLocks/>
          </p:cNvSpPr>
          <p:nvPr/>
        </p:nvSpPr>
        <p:spPr>
          <a:xfrm>
            <a:off x="1117909" y="2343020"/>
            <a:ext cx="9956181" cy="299158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400" dirty="0">
                <a:solidFill>
                  <a:schemeClr val="bg2"/>
                </a:solidFill>
              </a:rPr>
              <a:t>At PCoE we have a robust enablement and field strategy, which ensures you are equipped from a capability and strategy standpoint.</a:t>
            </a:r>
          </a:p>
          <a:p>
            <a:endParaRPr lang="en-US" sz="2400" dirty="0">
              <a:solidFill>
                <a:schemeClr val="bg2"/>
              </a:solidFill>
            </a:endParaRPr>
          </a:p>
          <a:p>
            <a:r>
              <a:rPr lang="en-US" sz="2400" dirty="0">
                <a:solidFill>
                  <a:schemeClr val="bg2"/>
                </a:solidFill>
              </a:rPr>
              <a:t>However, still there are lot of people who are not able to make an impact with the field, are unable to drive outcomes and have been unsuccessful in building long lasting field relationships.</a:t>
            </a:r>
          </a:p>
          <a:p>
            <a:endParaRPr lang="en-US" sz="2400" dirty="0">
              <a:solidFill>
                <a:schemeClr val="bg2"/>
              </a:solidFill>
            </a:endParaRPr>
          </a:p>
          <a:p>
            <a:r>
              <a:rPr lang="en-US" sz="2400" dirty="0">
                <a:solidFill>
                  <a:schemeClr val="bg2"/>
                </a:solidFill>
              </a:rPr>
              <a:t>Assuming they have the skills they need to be successful, what might be going wrong ?</a:t>
            </a:r>
          </a:p>
        </p:txBody>
      </p:sp>
    </p:spTree>
    <p:extLst>
      <p:ext uri="{BB962C8B-B14F-4D97-AF65-F5344CB8AC3E}">
        <p14:creationId xmlns:p14="http://schemas.microsoft.com/office/powerpoint/2010/main" val="416204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1">
            <a:extLst>
              <a:ext uri="{FF2B5EF4-FFF2-40B4-BE49-F238E27FC236}">
                <a16:creationId xmlns:a16="http://schemas.microsoft.com/office/drawing/2014/main" id="{CE37942D-E919-4A8A-A299-CF56E1A14E84}"/>
              </a:ext>
            </a:extLst>
          </p:cNvPr>
          <p:cNvSpPr txBox="1">
            <a:spLocks/>
          </p:cNvSpPr>
          <p:nvPr/>
        </p:nvSpPr>
        <p:spPr>
          <a:xfrm>
            <a:off x="428625" y="2764929"/>
            <a:ext cx="11334750" cy="809625"/>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571477" rtl="0" eaLnBrk="1" fontAlgn="auto" latinLnBrk="0" hangingPunct="1">
              <a:lnSpc>
                <a:spcPct val="90000"/>
              </a:lnSpc>
              <a:spcBef>
                <a:spcPts val="1000"/>
              </a:spcBef>
              <a:spcAft>
                <a:spcPts val="0"/>
              </a:spcAft>
              <a:buClrTx/>
              <a:buSzTx/>
              <a:buFontTx/>
              <a:buNone/>
              <a:tabLst/>
              <a:defRPr/>
            </a:pPr>
            <a:endParaRPr kumimoji="0" lang="en-US" sz="4500" b="0" i="0" u="none" strike="noStrike" kern="1200" cap="none" spc="0" normalizeH="0" baseline="0" noProof="0" dirty="0">
              <a:ln>
                <a:noFill/>
              </a:ln>
              <a:solidFill>
                <a:srgbClr val="FFFFFF"/>
              </a:solidFill>
              <a:effectLst/>
              <a:uLnTx/>
              <a:uFillTx/>
              <a:latin typeface="Bahnschrift SemiBold" panose="020B0502040204020203" pitchFamily="34" charset="0"/>
              <a:ea typeface="+mj-ea"/>
              <a:cs typeface="+mj-cs"/>
            </a:endParaRPr>
          </a:p>
        </p:txBody>
      </p:sp>
      <p:sp>
        <p:nvSpPr>
          <p:cNvPr id="2" name="Title 1">
            <a:extLst>
              <a:ext uri="{FF2B5EF4-FFF2-40B4-BE49-F238E27FC236}">
                <a16:creationId xmlns:a16="http://schemas.microsoft.com/office/drawing/2014/main" id="{B8CAD462-E50F-4B0A-A0D7-0AEF78AFCD38}"/>
              </a:ext>
            </a:extLst>
          </p:cNvPr>
          <p:cNvSpPr>
            <a:spLocks noGrp="1"/>
          </p:cNvSpPr>
          <p:nvPr>
            <p:ph type="title"/>
          </p:nvPr>
        </p:nvSpPr>
        <p:spPr/>
        <p:txBody>
          <a:bodyPr/>
          <a:lstStyle/>
          <a:p>
            <a:r>
              <a:rPr lang="en-US" dirty="0"/>
              <a:t>Hidden Variable</a:t>
            </a:r>
          </a:p>
        </p:txBody>
      </p:sp>
      <p:sp>
        <p:nvSpPr>
          <p:cNvPr id="4" name="Title 1">
            <a:extLst>
              <a:ext uri="{FF2B5EF4-FFF2-40B4-BE49-F238E27FC236}">
                <a16:creationId xmlns:a16="http://schemas.microsoft.com/office/drawing/2014/main" id="{DB7D495C-4BE2-4F41-BC07-C77515B007A1}"/>
              </a:ext>
            </a:extLst>
          </p:cNvPr>
          <p:cNvSpPr txBox="1">
            <a:spLocks/>
          </p:cNvSpPr>
          <p:nvPr/>
        </p:nvSpPr>
        <p:spPr>
          <a:xfrm>
            <a:off x="3380677" y="2900156"/>
            <a:ext cx="5060795" cy="1551002"/>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dirty="0">
                <a:solidFill>
                  <a:schemeClr val="bg2"/>
                </a:solidFill>
              </a:rPr>
              <a:t>S x E = R</a:t>
            </a:r>
            <a:br>
              <a:rPr lang="en-US" dirty="0">
                <a:solidFill>
                  <a:schemeClr val="bg2"/>
                </a:solidFill>
              </a:rPr>
            </a:br>
            <a:br>
              <a:rPr lang="en-US" dirty="0">
                <a:solidFill>
                  <a:schemeClr val="bg2"/>
                </a:solidFill>
              </a:rPr>
            </a:br>
            <a:r>
              <a:rPr lang="en-US" dirty="0">
                <a:solidFill>
                  <a:schemeClr val="bg2"/>
                </a:solidFill>
              </a:rPr>
              <a:t>(S x E) ____ = R</a:t>
            </a:r>
          </a:p>
        </p:txBody>
      </p:sp>
      <p:sp>
        <p:nvSpPr>
          <p:cNvPr id="5" name="Title 1">
            <a:extLst>
              <a:ext uri="{FF2B5EF4-FFF2-40B4-BE49-F238E27FC236}">
                <a16:creationId xmlns:a16="http://schemas.microsoft.com/office/drawing/2014/main" id="{FDD61AFC-15DE-4DC6-9919-D645CD511C70}"/>
              </a:ext>
            </a:extLst>
          </p:cNvPr>
          <p:cNvSpPr txBox="1">
            <a:spLocks/>
          </p:cNvSpPr>
          <p:nvPr/>
        </p:nvSpPr>
        <p:spPr>
          <a:xfrm>
            <a:off x="3648306" y="3941905"/>
            <a:ext cx="5060795" cy="4431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3200" dirty="0">
                <a:solidFill>
                  <a:schemeClr val="bg2"/>
                </a:solidFill>
              </a:rPr>
              <a:t>Trust</a:t>
            </a:r>
          </a:p>
        </p:txBody>
      </p:sp>
    </p:spTree>
    <p:extLst>
      <p:ext uri="{BB962C8B-B14F-4D97-AF65-F5344CB8AC3E}">
        <p14:creationId xmlns:p14="http://schemas.microsoft.com/office/powerpoint/2010/main" val="3218420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C63A5-6E98-4229-9583-BBEB3256970F}"/>
              </a:ext>
            </a:extLst>
          </p:cNvPr>
          <p:cNvSpPr>
            <a:spLocks noGrp="1"/>
          </p:cNvSpPr>
          <p:nvPr>
            <p:ph type="title"/>
          </p:nvPr>
        </p:nvSpPr>
        <p:spPr/>
        <p:txBody>
          <a:bodyPr/>
          <a:lstStyle/>
          <a:p>
            <a:r>
              <a:rPr lang="en-US" dirty="0"/>
              <a:t>Tax and Dividend</a:t>
            </a:r>
          </a:p>
        </p:txBody>
      </p:sp>
      <p:pic>
        <p:nvPicPr>
          <p:cNvPr id="4" name="Graphic 3" descr="Circle with left arrow outline">
            <a:extLst>
              <a:ext uri="{FF2B5EF4-FFF2-40B4-BE49-F238E27FC236}">
                <a16:creationId xmlns:a16="http://schemas.microsoft.com/office/drawing/2014/main" id="{4B879D53-8C46-479D-9B74-0CB7EE45B8F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5400000">
            <a:off x="3051717" y="2313878"/>
            <a:ext cx="914400" cy="914400"/>
          </a:xfrm>
          <a:prstGeom prst="rect">
            <a:avLst/>
          </a:prstGeom>
        </p:spPr>
      </p:pic>
      <p:sp>
        <p:nvSpPr>
          <p:cNvPr id="5" name="Title 1">
            <a:extLst>
              <a:ext uri="{FF2B5EF4-FFF2-40B4-BE49-F238E27FC236}">
                <a16:creationId xmlns:a16="http://schemas.microsoft.com/office/drawing/2014/main" id="{18E5D30D-27A6-457C-818B-6F7D621C917A}"/>
              </a:ext>
            </a:extLst>
          </p:cNvPr>
          <p:cNvSpPr txBox="1">
            <a:spLocks/>
          </p:cNvSpPr>
          <p:nvPr/>
        </p:nvSpPr>
        <p:spPr>
          <a:xfrm>
            <a:off x="2936023" y="3228278"/>
            <a:ext cx="1145788"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400" dirty="0">
                <a:solidFill>
                  <a:schemeClr val="bg2"/>
                </a:solidFill>
              </a:rPr>
              <a:t>Trust </a:t>
            </a:r>
          </a:p>
        </p:txBody>
      </p:sp>
      <p:sp>
        <p:nvSpPr>
          <p:cNvPr id="6" name="Title 1">
            <a:extLst>
              <a:ext uri="{FF2B5EF4-FFF2-40B4-BE49-F238E27FC236}">
                <a16:creationId xmlns:a16="http://schemas.microsoft.com/office/drawing/2014/main" id="{8A9B9C7C-6B6E-45A6-B8AE-40CE8D4D1BBB}"/>
              </a:ext>
            </a:extLst>
          </p:cNvPr>
          <p:cNvSpPr txBox="1">
            <a:spLocks/>
          </p:cNvSpPr>
          <p:nvPr/>
        </p:nvSpPr>
        <p:spPr>
          <a:xfrm>
            <a:off x="2535973" y="2577179"/>
            <a:ext cx="4358268" cy="3877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800" dirty="0">
                <a:solidFill>
                  <a:schemeClr val="bg2"/>
                </a:solidFill>
              </a:rPr>
              <a:t>=</a:t>
            </a:r>
          </a:p>
        </p:txBody>
      </p:sp>
      <p:sp>
        <p:nvSpPr>
          <p:cNvPr id="7" name="Title 1">
            <a:extLst>
              <a:ext uri="{FF2B5EF4-FFF2-40B4-BE49-F238E27FC236}">
                <a16:creationId xmlns:a16="http://schemas.microsoft.com/office/drawing/2014/main" id="{CACEBAA3-82C9-4935-85C4-BA80FC470511}"/>
              </a:ext>
            </a:extLst>
          </p:cNvPr>
          <p:cNvSpPr txBox="1">
            <a:spLocks/>
          </p:cNvSpPr>
          <p:nvPr/>
        </p:nvSpPr>
        <p:spPr>
          <a:xfrm>
            <a:off x="5426927" y="3228278"/>
            <a:ext cx="1145788"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400" dirty="0">
                <a:solidFill>
                  <a:schemeClr val="bg2"/>
                </a:solidFill>
              </a:rPr>
              <a:t>Speed</a:t>
            </a:r>
          </a:p>
        </p:txBody>
      </p:sp>
      <p:sp>
        <p:nvSpPr>
          <p:cNvPr id="8" name="Title 1">
            <a:extLst>
              <a:ext uri="{FF2B5EF4-FFF2-40B4-BE49-F238E27FC236}">
                <a16:creationId xmlns:a16="http://schemas.microsoft.com/office/drawing/2014/main" id="{3E1B2DC6-71C8-4140-8B56-078F83624F36}"/>
              </a:ext>
            </a:extLst>
          </p:cNvPr>
          <p:cNvSpPr txBox="1">
            <a:spLocks/>
          </p:cNvSpPr>
          <p:nvPr/>
        </p:nvSpPr>
        <p:spPr>
          <a:xfrm>
            <a:off x="7215768" y="3228278"/>
            <a:ext cx="1145788"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400" dirty="0">
                <a:solidFill>
                  <a:schemeClr val="bg2"/>
                </a:solidFill>
              </a:rPr>
              <a:t>Cost</a:t>
            </a:r>
          </a:p>
        </p:txBody>
      </p:sp>
      <p:pic>
        <p:nvPicPr>
          <p:cNvPr id="9" name="Graphic 8" descr="Circle with left arrow outline">
            <a:extLst>
              <a:ext uri="{FF2B5EF4-FFF2-40B4-BE49-F238E27FC236}">
                <a16:creationId xmlns:a16="http://schemas.microsoft.com/office/drawing/2014/main" id="{E4EE12A3-85FD-4B0B-8BDF-122D21529D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5400000">
            <a:off x="5542621" y="2313878"/>
            <a:ext cx="914400" cy="914400"/>
          </a:xfrm>
          <a:prstGeom prst="rect">
            <a:avLst/>
          </a:prstGeom>
        </p:spPr>
      </p:pic>
      <p:pic>
        <p:nvPicPr>
          <p:cNvPr id="10" name="Graphic 9" descr="Circle with left arrow outline">
            <a:extLst>
              <a:ext uri="{FF2B5EF4-FFF2-40B4-BE49-F238E27FC236}">
                <a16:creationId xmlns:a16="http://schemas.microsoft.com/office/drawing/2014/main" id="{6993D249-9DA6-4C77-B026-B18AE6B26C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7331460" y="2313878"/>
            <a:ext cx="914400" cy="914400"/>
          </a:xfrm>
          <a:prstGeom prst="rect">
            <a:avLst/>
          </a:prstGeom>
        </p:spPr>
      </p:pic>
      <p:pic>
        <p:nvPicPr>
          <p:cNvPr id="11" name="Graphic 10" descr="Circle with left arrow outline">
            <a:extLst>
              <a:ext uri="{FF2B5EF4-FFF2-40B4-BE49-F238E27FC236}">
                <a16:creationId xmlns:a16="http://schemas.microsoft.com/office/drawing/2014/main" id="{C68BE4BF-F0A5-4277-ADD4-0795FD46A7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3051717" y="4000582"/>
            <a:ext cx="914400" cy="914400"/>
          </a:xfrm>
          <a:prstGeom prst="rect">
            <a:avLst/>
          </a:prstGeom>
        </p:spPr>
      </p:pic>
      <p:sp>
        <p:nvSpPr>
          <p:cNvPr id="12" name="Title 1">
            <a:extLst>
              <a:ext uri="{FF2B5EF4-FFF2-40B4-BE49-F238E27FC236}">
                <a16:creationId xmlns:a16="http://schemas.microsoft.com/office/drawing/2014/main" id="{34D7A3D3-90D9-42AB-B3BD-0A5CB7106BA5}"/>
              </a:ext>
            </a:extLst>
          </p:cNvPr>
          <p:cNvSpPr txBox="1">
            <a:spLocks/>
          </p:cNvSpPr>
          <p:nvPr/>
        </p:nvSpPr>
        <p:spPr>
          <a:xfrm>
            <a:off x="2936023" y="4914982"/>
            <a:ext cx="1145788"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400" dirty="0">
                <a:solidFill>
                  <a:schemeClr val="bg2"/>
                </a:solidFill>
              </a:rPr>
              <a:t>Trust </a:t>
            </a:r>
          </a:p>
        </p:txBody>
      </p:sp>
      <p:sp>
        <p:nvSpPr>
          <p:cNvPr id="13" name="Title 1">
            <a:extLst>
              <a:ext uri="{FF2B5EF4-FFF2-40B4-BE49-F238E27FC236}">
                <a16:creationId xmlns:a16="http://schemas.microsoft.com/office/drawing/2014/main" id="{203BF3AB-DB59-4F46-93E8-54CC2765D9A8}"/>
              </a:ext>
            </a:extLst>
          </p:cNvPr>
          <p:cNvSpPr txBox="1">
            <a:spLocks/>
          </p:cNvSpPr>
          <p:nvPr/>
        </p:nvSpPr>
        <p:spPr>
          <a:xfrm>
            <a:off x="5426927" y="4914982"/>
            <a:ext cx="1145788"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400" dirty="0">
                <a:solidFill>
                  <a:schemeClr val="bg2"/>
                </a:solidFill>
              </a:rPr>
              <a:t>Speed</a:t>
            </a:r>
          </a:p>
        </p:txBody>
      </p:sp>
      <p:sp>
        <p:nvSpPr>
          <p:cNvPr id="14" name="Title 1">
            <a:extLst>
              <a:ext uri="{FF2B5EF4-FFF2-40B4-BE49-F238E27FC236}">
                <a16:creationId xmlns:a16="http://schemas.microsoft.com/office/drawing/2014/main" id="{FA499188-BE37-43F2-9041-41380EAB163C}"/>
              </a:ext>
            </a:extLst>
          </p:cNvPr>
          <p:cNvSpPr txBox="1">
            <a:spLocks/>
          </p:cNvSpPr>
          <p:nvPr/>
        </p:nvSpPr>
        <p:spPr>
          <a:xfrm>
            <a:off x="7215768" y="4914982"/>
            <a:ext cx="1145788"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400" dirty="0">
                <a:solidFill>
                  <a:schemeClr val="bg2"/>
                </a:solidFill>
              </a:rPr>
              <a:t>Cost</a:t>
            </a:r>
          </a:p>
        </p:txBody>
      </p:sp>
      <p:pic>
        <p:nvPicPr>
          <p:cNvPr id="17" name="Graphic 16" descr="Circle with left arrow outline">
            <a:extLst>
              <a:ext uri="{FF2B5EF4-FFF2-40B4-BE49-F238E27FC236}">
                <a16:creationId xmlns:a16="http://schemas.microsoft.com/office/drawing/2014/main" id="{C90A114B-0E6A-44F6-A12E-B5EEC3D342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5400000">
            <a:off x="7331460" y="4000582"/>
            <a:ext cx="914400" cy="914400"/>
          </a:xfrm>
          <a:prstGeom prst="rect">
            <a:avLst/>
          </a:prstGeom>
        </p:spPr>
      </p:pic>
      <p:pic>
        <p:nvPicPr>
          <p:cNvPr id="18" name="Graphic 17" descr="Circle with left arrow outline">
            <a:extLst>
              <a:ext uri="{FF2B5EF4-FFF2-40B4-BE49-F238E27FC236}">
                <a16:creationId xmlns:a16="http://schemas.microsoft.com/office/drawing/2014/main" id="{7309A192-736D-4782-BF62-F4915E7A8FC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5542621" y="4000582"/>
            <a:ext cx="914400" cy="914400"/>
          </a:xfrm>
          <a:prstGeom prst="rect">
            <a:avLst/>
          </a:prstGeom>
        </p:spPr>
      </p:pic>
      <p:sp>
        <p:nvSpPr>
          <p:cNvPr id="19" name="Title 1">
            <a:extLst>
              <a:ext uri="{FF2B5EF4-FFF2-40B4-BE49-F238E27FC236}">
                <a16:creationId xmlns:a16="http://schemas.microsoft.com/office/drawing/2014/main" id="{6C11BB3D-1EDC-45A6-803F-8D6B323AF723}"/>
              </a:ext>
            </a:extLst>
          </p:cNvPr>
          <p:cNvSpPr txBox="1">
            <a:spLocks/>
          </p:cNvSpPr>
          <p:nvPr/>
        </p:nvSpPr>
        <p:spPr>
          <a:xfrm>
            <a:off x="2535973" y="4319282"/>
            <a:ext cx="4358268" cy="3877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2800" dirty="0">
                <a:solidFill>
                  <a:schemeClr val="bg2"/>
                </a:solidFill>
              </a:rPr>
              <a:t>=</a:t>
            </a:r>
          </a:p>
        </p:txBody>
      </p:sp>
    </p:spTree>
    <p:extLst>
      <p:ext uri="{BB962C8B-B14F-4D97-AF65-F5344CB8AC3E}">
        <p14:creationId xmlns:p14="http://schemas.microsoft.com/office/powerpoint/2010/main" val="89945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2" grpId="0"/>
      <p:bldP spid="13" grpId="0"/>
      <p:bldP spid="14"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35FF5-52F2-4371-A681-28094FB376C4}"/>
              </a:ext>
            </a:extLst>
          </p:cNvPr>
          <p:cNvSpPr>
            <a:spLocks noGrp="1"/>
          </p:cNvSpPr>
          <p:nvPr>
            <p:ph type="title"/>
          </p:nvPr>
        </p:nvSpPr>
        <p:spPr/>
        <p:txBody>
          <a:bodyPr/>
          <a:lstStyle/>
          <a:p>
            <a:r>
              <a:rPr lang="en-US" dirty="0"/>
              <a:t>Activity</a:t>
            </a:r>
          </a:p>
        </p:txBody>
      </p:sp>
      <p:sp>
        <p:nvSpPr>
          <p:cNvPr id="3" name="Title 1">
            <a:extLst>
              <a:ext uri="{FF2B5EF4-FFF2-40B4-BE49-F238E27FC236}">
                <a16:creationId xmlns:a16="http://schemas.microsoft.com/office/drawing/2014/main" id="{AEF3EED0-8DA5-450B-8F5B-143EB83DBBDC}"/>
              </a:ext>
            </a:extLst>
          </p:cNvPr>
          <p:cNvSpPr txBox="1">
            <a:spLocks/>
          </p:cNvSpPr>
          <p:nvPr/>
        </p:nvSpPr>
        <p:spPr>
          <a:xfrm>
            <a:off x="500873" y="3152001"/>
            <a:ext cx="12173879" cy="5539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What are some of the Trust Taxes you could be experiencing in the team/around you ?</a:t>
            </a:r>
            <a:br>
              <a:rPr lang="en-US" sz="2000" dirty="0">
                <a:solidFill>
                  <a:schemeClr val="bg2"/>
                </a:solidFill>
              </a:rPr>
            </a:br>
            <a:r>
              <a:rPr lang="en-US" sz="2000" dirty="0">
                <a:solidFill>
                  <a:schemeClr val="bg2"/>
                </a:solidFill>
              </a:rPr>
              <a:t>Ex – </a:t>
            </a:r>
            <a:r>
              <a:rPr lang="en-US" sz="1600" i="1" dirty="0">
                <a:solidFill>
                  <a:schemeClr val="bg2"/>
                </a:solidFill>
              </a:rPr>
              <a:t>Disengagement, lack of responsibility, politics etc </a:t>
            </a:r>
            <a:endParaRPr lang="en-US" sz="2000" i="1" dirty="0">
              <a:solidFill>
                <a:schemeClr val="bg2"/>
              </a:solidFill>
            </a:endParaRPr>
          </a:p>
        </p:txBody>
      </p:sp>
      <p:sp>
        <p:nvSpPr>
          <p:cNvPr id="4" name="Title 1">
            <a:extLst>
              <a:ext uri="{FF2B5EF4-FFF2-40B4-BE49-F238E27FC236}">
                <a16:creationId xmlns:a16="http://schemas.microsoft.com/office/drawing/2014/main" id="{E7E0069F-F3FF-4487-BD63-75EF012CB91B}"/>
              </a:ext>
            </a:extLst>
          </p:cNvPr>
          <p:cNvSpPr txBox="1">
            <a:spLocks/>
          </p:cNvSpPr>
          <p:nvPr/>
        </p:nvSpPr>
        <p:spPr>
          <a:xfrm>
            <a:off x="500873" y="4537267"/>
            <a:ext cx="12173879"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What is most visible to you ?</a:t>
            </a:r>
            <a:endParaRPr lang="en-US" sz="2000" i="1" dirty="0">
              <a:solidFill>
                <a:schemeClr val="bg2"/>
              </a:solidFill>
            </a:endParaRPr>
          </a:p>
        </p:txBody>
      </p:sp>
    </p:spTree>
    <p:extLst>
      <p:ext uri="{BB962C8B-B14F-4D97-AF65-F5344CB8AC3E}">
        <p14:creationId xmlns:p14="http://schemas.microsoft.com/office/powerpoint/2010/main" val="4281474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4AF46-8109-0E6F-D0CD-F0FADC20CF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CA0D1-35A4-DDE0-B85B-20DE99075570}"/>
              </a:ext>
            </a:extLst>
          </p:cNvPr>
          <p:cNvSpPr>
            <a:spLocks noGrp="1"/>
          </p:cNvSpPr>
          <p:nvPr>
            <p:ph type="title"/>
          </p:nvPr>
        </p:nvSpPr>
        <p:spPr/>
        <p:txBody>
          <a:bodyPr/>
          <a:lstStyle/>
          <a:p>
            <a:r>
              <a:rPr lang="en-US" dirty="0"/>
              <a:t>Activity</a:t>
            </a:r>
          </a:p>
        </p:txBody>
      </p:sp>
      <p:sp>
        <p:nvSpPr>
          <p:cNvPr id="3" name="Title 1">
            <a:extLst>
              <a:ext uri="{FF2B5EF4-FFF2-40B4-BE49-F238E27FC236}">
                <a16:creationId xmlns:a16="http://schemas.microsoft.com/office/drawing/2014/main" id="{6440205B-83CE-E058-FA18-73F0E7CCDD38}"/>
              </a:ext>
            </a:extLst>
          </p:cNvPr>
          <p:cNvSpPr txBox="1">
            <a:spLocks/>
          </p:cNvSpPr>
          <p:nvPr/>
        </p:nvSpPr>
        <p:spPr>
          <a:xfrm>
            <a:off x="500873" y="3152001"/>
            <a:ext cx="12173879" cy="5539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What are some of the Trust Taxes you could be experiencing in the team/around you ?</a:t>
            </a:r>
            <a:br>
              <a:rPr lang="en-US" sz="2000" dirty="0">
                <a:solidFill>
                  <a:schemeClr val="bg2"/>
                </a:solidFill>
              </a:rPr>
            </a:br>
            <a:r>
              <a:rPr lang="en-US" sz="2000" dirty="0">
                <a:solidFill>
                  <a:schemeClr val="bg2"/>
                </a:solidFill>
              </a:rPr>
              <a:t>Ex – </a:t>
            </a:r>
            <a:r>
              <a:rPr lang="en-US" sz="1600" i="1" dirty="0">
                <a:solidFill>
                  <a:schemeClr val="bg2"/>
                </a:solidFill>
              </a:rPr>
              <a:t>Disengagement, lack of responsibility, politics etc </a:t>
            </a:r>
            <a:endParaRPr lang="en-US" sz="2000" i="1" dirty="0">
              <a:solidFill>
                <a:schemeClr val="bg2"/>
              </a:solidFill>
            </a:endParaRPr>
          </a:p>
        </p:txBody>
      </p:sp>
      <p:sp>
        <p:nvSpPr>
          <p:cNvPr id="4" name="Title 1">
            <a:extLst>
              <a:ext uri="{FF2B5EF4-FFF2-40B4-BE49-F238E27FC236}">
                <a16:creationId xmlns:a16="http://schemas.microsoft.com/office/drawing/2014/main" id="{91CDAAB4-DB1B-DAEE-9B7F-726B6A4BC661}"/>
              </a:ext>
            </a:extLst>
          </p:cNvPr>
          <p:cNvSpPr txBox="1">
            <a:spLocks/>
          </p:cNvSpPr>
          <p:nvPr/>
        </p:nvSpPr>
        <p:spPr>
          <a:xfrm>
            <a:off x="500873" y="4537267"/>
            <a:ext cx="12173879"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What is most visible to you ?</a:t>
            </a:r>
            <a:endParaRPr lang="en-US" sz="2000" i="1" dirty="0">
              <a:solidFill>
                <a:schemeClr val="bg2"/>
              </a:solidFill>
            </a:endParaRPr>
          </a:p>
        </p:txBody>
      </p:sp>
    </p:spTree>
    <p:extLst>
      <p:ext uri="{BB962C8B-B14F-4D97-AF65-F5344CB8AC3E}">
        <p14:creationId xmlns:p14="http://schemas.microsoft.com/office/powerpoint/2010/main" val="4054443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74317-3E7F-4D24-A635-D39448A9A478}"/>
              </a:ext>
            </a:extLst>
          </p:cNvPr>
          <p:cNvSpPr>
            <a:spLocks noGrp="1"/>
          </p:cNvSpPr>
          <p:nvPr>
            <p:ph type="title"/>
          </p:nvPr>
        </p:nvSpPr>
        <p:spPr/>
        <p:txBody>
          <a:bodyPr/>
          <a:lstStyle/>
          <a:p>
            <a:r>
              <a:rPr lang="en-US" dirty="0"/>
              <a:t>Five Waves of Trust</a:t>
            </a:r>
          </a:p>
        </p:txBody>
      </p:sp>
      <p:sp>
        <p:nvSpPr>
          <p:cNvPr id="3" name="Title 1">
            <a:extLst>
              <a:ext uri="{FF2B5EF4-FFF2-40B4-BE49-F238E27FC236}">
                <a16:creationId xmlns:a16="http://schemas.microsoft.com/office/drawing/2014/main" id="{5CC190A5-CE43-4A78-B419-B61EA1554729}"/>
              </a:ext>
            </a:extLst>
          </p:cNvPr>
          <p:cNvSpPr txBox="1">
            <a:spLocks/>
          </p:cNvSpPr>
          <p:nvPr/>
        </p:nvSpPr>
        <p:spPr>
          <a:xfrm>
            <a:off x="2099681" y="2344736"/>
            <a:ext cx="8237500" cy="299158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400" dirty="0">
                <a:solidFill>
                  <a:schemeClr val="bg2"/>
                </a:solidFill>
              </a:rPr>
              <a:t>Self Trust 			– </a:t>
            </a:r>
            <a:r>
              <a:rPr lang="en-US" sz="1800" dirty="0">
                <a:solidFill>
                  <a:schemeClr val="bg2"/>
                </a:solidFill>
              </a:rPr>
              <a:t>Principle of Credibility</a:t>
            </a:r>
          </a:p>
          <a:p>
            <a:pPr marL="342900" indent="-342900">
              <a:buFont typeface="Arial" panose="020B0604020202020204" pitchFamily="34" charset="0"/>
              <a:buChar char="•"/>
            </a:pPr>
            <a:endParaRPr lang="en-US" sz="2400" dirty="0">
              <a:solidFill>
                <a:schemeClr val="bg2"/>
              </a:solidFill>
            </a:endParaRPr>
          </a:p>
          <a:p>
            <a:pPr marL="342900" indent="-342900">
              <a:buFont typeface="Arial" panose="020B0604020202020204" pitchFamily="34" charset="0"/>
              <a:buChar char="•"/>
            </a:pPr>
            <a:r>
              <a:rPr lang="en-US" sz="2400" dirty="0">
                <a:solidFill>
                  <a:schemeClr val="bg2"/>
                </a:solidFill>
              </a:rPr>
              <a:t>Relationship Trust 	– </a:t>
            </a:r>
            <a:r>
              <a:rPr lang="en-US" sz="1800" dirty="0">
                <a:solidFill>
                  <a:schemeClr val="bg2"/>
                </a:solidFill>
              </a:rPr>
              <a:t>Principle of Behavior</a:t>
            </a:r>
          </a:p>
          <a:p>
            <a:pPr marL="342900" indent="-342900">
              <a:buFont typeface="Arial" panose="020B0604020202020204" pitchFamily="34" charset="0"/>
              <a:buChar char="•"/>
            </a:pPr>
            <a:endParaRPr lang="en-US" sz="2400" dirty="0">
              <a:solidFill>
                <a:schemeClr val="bg2"/>
              </a:solidFill>
            </a:endParaRPr>
          </a:p>
          <a:p>
            <a:pPr marL="342900" indent="-342900">
              <a:buFont typeface="Arial" panose="020B0604020202020204" pitchFamily="34" charset="0"/>
              <a:buChar char="•"/>
            </a:pPr>
            <a:r>
              <a:rPr lang="en-US" sz="2400" dirty="0">
                <a:solidFill>
                  <a:schemeClr val="bg2"/>
                </a:solidFill>
              </a:rPr>
              <a:t>Organizational Trust 	</a:t>
            </a:r>
            <a:endParaRPr lang="en-US" sz="1800" dirty="0">
              <a:solidFill>
                <a:schemeClr val="bg2"/>
              </a:solidFill>
            </a:endParaRPr>
          </a:p>
          <a:p>
            <a:pPr marL="342900" indent="-342900">
              <a:buFont typeface="Arial" panose="020B0604020202020204" pitchFamily="34" charset="0"/>
              <a:buChar char="•"/>
            </a:pPr>
            <a:endParaRPr lang="en-US" sz="2400" dirty="0">
              <a:solidFill>
                <a:schemeClr val="bg2"/>
              </a:solidFill>
            </a:endParaRPr>
          </a:p>
          <a:p>
            <a:pPr marL="342900" indent="-342900">
              <a:buFont typeface="Arial" panose="020B0604020202020204" pitchFamily="34" charset="0"/>
              <a:buChar char="•"/>
            </a:pPr>
            <a:r>
              <a:rPr lang="en-US" sz="2400" dirty="0">
                <a:solidFill>
                  <a:schemeClr val="bg2"/>
                </a:solidFill>
              </a:rPr>
              <a:t>Market Trust</a:t>
            </a:r>
          </a:p>
          <a:p>
            <a:pPr marL="342900" indent="-342900">
              <a:buFont typeface="Arial" panose="020B0604020202020204" pitchFamily="34" charset="0"/>
              <a:buChar char="•"/>
            </a:pPr>
            <a:endParaRPr lang="en-US" sz="2400" dirty="0">
              <a:solidFill>
                <a:schemeClr val="bg2"/>
              </a:solidFill>
            </a:endParaRPr>
          </a:p>
          <a:p>
            <a:pPr marL="342900" indent="-342900">
              <a:buFont typeface="Arial" panose="020B0604020202020204" pitchFamily="34" charset="0"/>
              <a:buChar char="•"/>
            </a:pPr>
            <a:r>
              <a:rPr lang="en-US" sz="2400" dirty="0">
                <a:solidFill>
                  <a:schemeClr val="bg2"/>
                </a:solidFill>
              </a:rPr>
              <a:t>Societal Trust</a:t>
            </a:r>
          </a:p>
        </p:txBody>
      </p:sp>
    </p:spTree>
    <p:extLst>
      <p:ext uri="{BB962C8B-B14F-4D97-AF65-F5344CB8AC3E}">
        <p14:creationId xmlns:p14="http://schemas.microsoft.com/office/powerpoint/2010/main" val="932340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CDB2F-129D-46F7-AD75-6F64637BC481}"/>
              </a:ext>
            </a:extLst>
          </p:cNvPr>
          <p:cNvSpPr>
            <a:spLocks noGrp="1"/>
          </p:cNvSpPr>
          <p:nvPr>
            <p:ph type="title"/>
          </p:nvPr>
        </p:nvSpPr>
        <p:spPr>
          <a:xfrm>
            <a:off x="381000" y="347702"/>
            <a:ext cx="11430000" cy="904799"/>
          </a:xfrm>
        </p:spPr>
        <p:txBody>
          <a:bodyPr/>
          <a:lstStyle/>
          <a:p>
            <a:r>
              <a:rPr lang="en-US" dirty="0"/>
              <a:t>Self Trust</a:t>
            </a:r>
            <a:br>
              <a:rPr lang="en-US" dirty="0"/>
            </a:br>
            <a:r>
              <a:rPr lang="en-US" sz="2800" dirty="0"/>
              <a:t>Core of Credibility</a:t>
            </a:r>
            <a:endParaRPr lang="en-US" dirty="0"/>
          </a:p>
        </p:txBody>
      </p:sp>
      <p:sp>
        <p:nvSpPr>
          <p:cNvPr id="3" name="Title 1">
            <a:extLst>
              <a:ext uri="{FF2B5EF4-FFF2-40B4-BE49-F238E27FC236}">
                <a16:creationId xmlns:a16="http://schemas.microsoft.com/office/drawing/2014/main" id="{4B43CE1F-7F29-4F81-BF1A-84110731E57E}"/>
              </a:ext>
            </a:extLst>
          </p:cNvPr>
          <p:cNvSpPr txBox="1">
            <a:spLocks/>
          </p:cNvSpPr>
          <p:nvPr/>
        </p:nvSpPr>
        <p:spPr>
          <a:xfrm>
            <a:off x="8306727" y="5633866"/>
            <a:ext cx="3885273" cy="4708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Integrity </a:t>
            </a:r>
          </a:p>
          <a:p>
            <a:r>
              <a:rPr lang="en-US" sz="1400" dirty="0">
                <a:solidFill>
                  <a:schemeClr val="bg2"/>
                </a:solidFill>
              </a:rPr>
              <a:t>(Congruence, Humility and Courage)</a:t>
            </a:r>
            <a:endParaRPr lang="en-US" sz="1400" i="1" dirty="0">
              <a:solidFill>
                <a:schemeClr val="bg2"/>
              </a:solidFill>
            </a:endParaRPr>
          </a:p>
        </p:txBody>
      </p:sp>
      <p:sp>
        <p:nvSpPr>
          <p:cNvPr id="4" name="Title 1">
            <a:extLst>
              <a:ext uri="{FF2B5EF4-FFF2-40B4-BE49-F238E27FC236}">
                <a16:creationId xmlns:a16="http://schemas.microsoft.com/office/drawing/2014/main" id="{762784B7-FB79-469D-A22C-D03E48E8438B}"/>
              </a:ext>
            </a:extLst>
          </p:cNvPr>
          <p:cNvSpPr txBox="1">
            <a:spLocks/>
          </p:cNvSpPr>
          <p:nvPr/>
        </p:nvSpPr>
        <p:spPr>
          <a:xfrm>
            <a:off x="8306727" y="4330845"/>
            <a:ext cx="232038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Intent</a:t>
            </a:r>
            <a:endParaRPr lang="en-US" sz="2000" i="1" dirty="0">
              <a:solidFill>
                <a:schemeClr val="bg2"/>
              </a:solidFill>
            </a:endParaRPr>
          </a:p>
        </p:txBody>
      </p:sp>
      <p:sp>
        <p:nvSpPr>
          <p:cNvPr id="5" name="Title 1">
            <a:extLst>
              <a:ext uri="{FF2B5EF4-FFF2-40B4-BE49-F238E27FC236}">
                <a16:creationId xmlns:a16="http://schemas.microsoft.com/office/drawing/2014/main" id="{1900BE60-3948-4613-8441-C35BE814C875}"/>
              </a:ext>
            </a:extLst>
          </p:cNvPr>
          <p:cNvSpPr txBox="1">
            <a:spLocks/>
          </p:cNvSpPr>
          <p:nvPr/>
        </p:nvSpPr>
        <p:spPr>
          <a:xfrm>
            <a:off x="8267890" y="3109489"/>
            <a:ext cx="232038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Capabilities</a:t>
            </a:r>
            <a:endParaRPr lang="en-US" sz="2000" i="1" dirty="0">
              <a:solidFill>
                <a:schemeClr val="bg2"/>
              </a:solidFill>
            </a:endParaRPr>
          </a:p>
        </p:txBody>
      </p:sp>
      <p:sp>
        <p:nvSpPr>
          <p:cNvPr id="6" name="Title 1">
            <a:extLst>
              <a:ext uri="{FF2B5EF4-FFF2-40B4-BE49-F238E27FC236}">
                <a16:creationId xmlns:a16="http://schemas.microsoft.com/office/drawing/2014/main" id="{F0A2F976-18ED-47CB-8A4B-E2CE60D795E4}"/>
              </a:ext>
            </a:extLst>
          </p:cNvPr>
          <p:cNvSpPr txBox="1">
            <a:spLocks/>
          </p:cNvSpPr>
          <p:nvPr/>
        </p:nvSpPr>
        <p:spPr>
          <a:xfrm>
            <a:off x="8267890" y="2073058"/>
            <a:ext cx="232038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Result</a:t>
            </a:r>
            <a:endParaRPr lang="en-US" sz="2000" i="1" dirty="0">
              <a:solidFill>
                <a:schemeClr val="bg2"/>
              </a:solidFill>
            </a:endParaRPr>
          </a:p>
        </p:txBody>
      </p:sp>
      <p:pic>
        <p:nvPicPr>
          <p:cNvPr id="8" name="Graphic 7" descr="Badge 3 outline">
            <a:extLst>
              <a:ext uri="{FF2B5EF4-FFF2-40B4-BE49-F238E27FC236}">
                <a16:creationId xmlns:a16="http://schemas.microsoft.com/office/drawing/2014/main" id="{386B378B-4109-4147-8A56-6D39EFC78A2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67370" y="2875107"/>
            <a:ext cx="914400" cy="914400"/>
          </a:xfrm>
          <a:prstGeom prst="rect">
            <a:avLst/>
          </a:prstGeom>
        </p:spPr>
      </p:pic>
      <p:pic>
        <p:nvPicPr>
          <p:cNvPr id="10" name="Graphic 9" descr="Badge 1 outline">
            <a:extLst>
              <a:ext uri="{FF2B5EF4-FFF2-40B4-BE49-F238E27FC236}">
                <a16:creationId xmlns:a16="http://schemas.microsoft.com/office/drawing/2014/main" id="{601DB2AD-DD46-472F-BAB6-B493259D71F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68302" y="5412113"/>
            <a:ext cx="914400" cy="914400"/>
          </a:xfrm>
          <a:prstGeom prst="rect">
            <a:avLst/>
          </a:prstGeom>
        </p:spPr>
      </p:pic>
      <p:pic>
        <p:nvPicPr>
          <p:cNvPr id="12" name="Graphic 11" descr="Badge outline">
            <a:extLst>
              <a:ext uri="{FF2B5EF4-FFF2-40B4-BE49-F238E27FC236}">
                <a16:creationId xmlns:a16="http://schemas.microsoft.com/office/drawing/2014/main" id="{EB8EE214-69B2-4F21-A355-F1E5944882F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67370" y="4073967"/>
            <a:ext cx="914400" cy="914400"/>
          </a:xfrm>
          <a:prstGeom prst="rect">
            <a:avLst/>
          </a:prstGeom>
        </p:spPr>
      </p:pic>
      <p:pic>
        <p:nvPicPr>
          <p:cNvPr id="14" name="Graphic 13" descr="Badge 4 outline">
            <a:extLst>
              <a:ext uri="{FF2B5EF4-FFF2-40B4-BE49-F238E27FC236}">
                <a16:creationId xmlns:a16="http://schemas.microsoft.com/office/drawing/2014/main" id="{6C65C065-18C3-4116-80DE-28CBFDE3907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67370" y="1814300"/>
            <a:ext cx="914400" cy="914400"/>
          </a:xfrm>
          <a:prstGeom prst="rect">
            <a:avLst/>
          </a:prstGeom>
        </p:spPr>
      </p:pic>
      <p:cxnSp>
        <p:nvCxnSpPr>
          <p:cNvPr id="16" name="Straight Connector 15">
            <a:extLst>
              <a:ext uri="{FF2B5EF4-FFF2-40B4-BE49-F238E27FC236}">
                <a16:creationId xmlns:a16="http://schemas.microsoft.com/office/drawing/2014/main" id="{083233E5-0F86-460F-AA12-739D086178F0}"/>
              </a:ext>
            </a:extLst>
          </p:cNvPr>
          <p:cNvCxnSpPr>
            <a:cxnSpLocks/>
          </p:cNvCxnSpPr>
          <p:nvPr/>
        </p:nvCxnSpPr>
        <p:spPr>
          <a:xfrm>
            <a:off x="1728439" y="3962454"/>
            <a:ext cx="87314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50B37A77-90EB-4436-A283-AEF4B3506374}"/>
              </a:ext>
            </a:extLst>
          </p:cNvPr>
          <p:cNvSpPr txBox="1">
            <a:spLocks/>
          </p:cNvSpPr>
          <p:nvPr/>
        </p:nvSpPr>
        <p:spPr>
          <a:xfrm>
            <a:off x="2224314" y="2770729"/>
            <a:ext cx="232038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Competence</a:t>
            </a:r>
            <a:endParaRPr lang="en-US" sz="2000" i="1" dirty="0">
              <a:solidFill>
                <a:schemeClr val="bg2"/>
              </a:solidFill>
            </a:endParaRPr>
          </a:p>
        </p:txBody>
      </p:sp>
      <p:sp>
        <p:nvSpPr>
          <p:cNvPr id="20" name="Title 1">
            <a:extLst>
              <a:ext uri="{FF2B5EF4-FFF2-40B4-BE49-F238E27FC236}">
                <a16:creationId xmlns:a16="http://schemas.microsoft.com/office/drawing/2014/main" id="{A9AA76AA-0C95-4CE9-9F03-B1D855A41511}"/>
              </a:ext>
            </a:extLst>
          </p:cNvPr>
          <p:cNvSpPr txBox="1">
            <a:spLocks/>
          </p:cNvSpPr>
          <p:nvPr/>
        </p:nvSpPr>
        <p:spPr>
          <a:xfrm>
            <a:off x="2224314" y="5174775"/>
            <a:ext cx="232038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Character</a:t>
            </a:r>
            <a:endParaRPr lang="en-US" sz="2000" i="1" dirty="0">
              <a:solidFill>
                <a:schemeClr val="bg2"/>
              </a:solidFill>
            </a:endParaRPr>
          </a:p>
        </p:txBody>
      </p:sp>
      <p:sp>
        <p:nvSpPr>
          <p:cNvPr id="22" name="TextBox 21">
            <a:extLst>
              <a:ext uri="{FF2B5EF4-FFF2-40B4-BE49-F238E27FC236}">
                <a16:creationId xmlns:a16="http://schemas.microsoft.com/office/drawing/2014/main" id="{FE55E5EE-2242-4CD5-9948-4E9637E81D48}"/>
              </a:ext>
            </a:extLst>
          </p:cNvPr>
          <p:cNvSpPr txBox="1"/>
          <p:nvPr/>
        </p:nvSpPr>
        <p:spPr>
          <a:xfrm>
            <a:off x="8176632" y="4546130"/>
            <a:ext cx="6094140" cy="307777"/>
          </a:xfrm>
          <a:prstGeom prst="rect">
            <a:avLst/>
          </a:prstGeom>
          <a:noFill/>
        </p:spPr>
        <p:txBody>
          <a:bodyPr wrap="square">
            <a:spAutoFit/>
          </a:bodyPr>
          <a:lstStyle/>
          <a:p>
            <a:r>
              <a:rPr lang="en-US" sz="1400" dirty="0">
                <a:solidFill>
                  <a:schemeClr val="bg2"/>
                </a:solidFill>
              </a:rPr>
              <a:t>(Motive, Agenda and Behavior)</a:t>
            </a:r>
            <a:endParaRPr lang="en-US" sz="1400" dirty="0"/>
          </a:p>
        </p:txBody>
      </p:sp>
      <p:sp>
        <p:nvSpPr>
          <p:cNvPr id="23" name="TextBox 22">
            <a:extLst>
              <a:ext uri="{FF2B5EF4-FFF2-40B4-BE49-F238E27FC236}">
                <a16:creationId xmlns:a16="http://schemas.microsoft.com/office/drawing/2014/main" id="{EE2EE4C9-ABE1-4305-96B4-56627E0FF56A}"/>
              </a:ext>
            </a:extLst>
          </p:cNvPr>
          <p:cNvSpPr txBox="1"/>
          <p:nvPr/>
        </p:nvSpPr>
        <p:spPr>
          <a:xfrm>
            <a:off x="8176632" y="3335977"/>
            <a:ext cx="6094140" cy="307777"/>
          </a:xfrm>
          <a:prstGeom prst="rect">
            <a:avLst/>
          </a:prstGeom>
          <a:noFill/>
        </p:spPr>
        <p:txBody>
          <a:bodyPr wrap="square">
            <a:spAutoFit/>
          </a:bodyPr>
          <a:lstStyle/>
          <a:p>
            <a:r>
              <a:rPr lang="en-US" sz="1400" dirty="0">
                <a:solidFill>
                  <a:schemeClr val="bg2"/>
                </a:solidFill>
              </a:rPr>
              <a:t>(Talent, Skill, Knowledge, Style)</a:t>
            </a:r>
            <a:endParaRPr lang="en-US" sz="1400" dirty="0"/>
          </a:p>
        </p:txBody>
      </p:sp>
      <p:sp>
        <p:nvSpPr>
          <p:cNvPr id="24" name="TextBox 23">
            <a:extLst>
              <a:ext uri="{FF2B5EF4-FFF2-40B4-BE49-F238E27FC236}">
                <a16:creationId xmlns:a16="http://schemas.microsoft.com/office/drawing/2014/main" id="{9D516A99-70C8-42B8-AF44-0666A8896384}"/>
              </a:ext>
            </a:extLst>
          </p:cNvPr>
          <p:cNvSpPr txBox="1"/>
          <p:nvPr/>
        </p:nvSpPr>
        <p:spPr>
          <a:xfrm>
            <a:off x="8176632" y="2351657"/>
            <a:ext cx="6094140" cy="307777"/>
          </a:xfrm>
          <a:prstGeom prst="rect">
            <a:avLst/>
          </a:prstGeom>
          <a:noFill/>
        </p:spPr>
        <p:txBody>
          <a:bodyPr wrap="square">
            <a:spAutoFit/>
          </a:bodyPr>
          <a:lstStyle/>
          <a:p>
            <a:r>
              <a:rPr lang="en-US" sz="1400" dirty="0">
                <a:solidFill>
                  <a:schemeClr val="bg2"/>
                </a:solidFill>
              </a:rPr>
              <a:t>(Past ,Current and Anticipated Performance)</a:t>
            </a:r>
            <a:endParaRPr lang="en-US" sz="1400" dirty="0"/>
          </a:p>
        </p:txBody>
      </p:sp>
    </p:spTree>
    <p:extLst>
      <p:ext uri="{BB962C8B-B14F-4D97-AF65-F5344CB8AC3E}">
        <p14:creationId xmlns:p14="http://schemas.microsoft.com/office/powerpoint/2010/main" val="26871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19" grpId="0"/>
      <p:bldP spid="20" grpId="0"/>
      <p:bldP spid="22"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ED27-BE90-40BB-9763-904D25632FA0}"/>
              </a:ext>
            </a:extLst>
          </p:cNvPr>
          <p:cNvSpPr>
            <a:spLocks noGrp="1"/>
          </p:cNvSpPr>
          <p:nvPr>
            <p:ph type="title"/>
          </p:nvPr>
        </p:nvSpPr>
        <p:spPr/>
        <p:txBody>
          <a:bodyPr/>
          <a:lstStyle/>
          <a:p>
            <a:r>
              <a:rPr lang="en-US" dirty="0"/>
              <a:t>Activity</a:t>
            </a:r>
          </a:p>
        </p:txBody>
      </p:sp>
      <p:sp>
        <p:nvSpPr>
          <p:cNvPr id="3" name="Title 1">
            <a:extLst>
              <a:ext uri="{FF2B5EF4-FFF2-40B4-BE49-F238E27FC236}">
                <a16:creationId xmlns:a16="http://schemas.microsoft.com/office/drawing/2014/main" id="{8F669933-E553-4CAF-9CA3-8F09DBFCC636}"/>
              </a:ext>
            </a:extLst>
          </p:cNvPr>
          <p:cNvSpPr txBox="1">
            <a:spLocks/>
          </p:cNvSpPr>
          <p:nvPr/>
        </p:nvSpPr>
        <p:spPr>
          <a:xfrm>
            <a:off x="1019982" y="2146534"/>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List some people who you know are good with the below tenets </a:t>
            </a:r>
            <a:endParaRPr lang="en-US" sz="2000" i="1" dirty="0">
              <a:solidFill>
                <a:schemeClr val="bg2"/>
              </a:solidFill>
            </a:endParaRPr>
          </a:p>
        </p:txBody>
      </p:sp>
      <p:sp>
        <p:nvSpPr>
          <p:cNvPr id="4" name="Title 1">
            <a:extLst>
              <a:ext uri="{FF2B5EF4-FFF2-40B4-BE49-F238E27FC236}">
                <a16:creationId xmlns:a16="http://schemas.microsoft.com/office/drawing/2014/main" id="{E9020A8D-4EA5-4435-9BE9-DB10680F6C75}"/>
              </a:ext>
            </a:extLst>
          </p:cNvPr>
          <p:cNvSpPr txBox="1">
            <a:spLocks/>
          </p:cNvSpPr>
          <p:nvPr/>
        </p:nvSpPr>
        <p:spPr>
          <a:xfrm>
            <a:off x="1983983" y="2856360"/>
            <a:ext cx="9188035" cy="4708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Integrity</a:t>
            </a:r>
          </a:p>
          <a:p>
            <a:r>
              <a:rPr lang="en-US" sz="1400" dirty="0">
                <a:solidFill>
                  <a:schemeClr val="bg2"/>
                </a:solidFill>
              </a:rPr>
              <a:t>Congruency in values, belief and behavior. Deep honesty and humility</a:t>
            </a:r>
            <a:endParaRPr lang="en-US" sz="1400" i="1" dirty="0">
              <a:solidFill>
                <a:schemeClr val="bg2"/>
              </a:solidFill>
            </a:endParaRPr>
          </a:p>
        </p:txBody>
      </p:sp>
      <p:sp>
        <p:nvSpPr>
          <p:cNvPr id="5" name="Title 1">
            <a:extLst>
              <a:ext uri="{FF2B5EF4-FFF2-40B4-BE49-F238E27FC236}">
                <a16:creationId xmlns:a16="http://schemas.microsoft.com/office/drawing/2014/main" id="{C2FB0787-31DF-4F43-9828-9D062E40BE69}"/>
              </a:ext>
            </a:extLst>
          </p:cNvPr>
          <p:cNvSpPr txBox="1">
            <a:spLocks/>
          </p:cNvSpPr>
          <p:nvPr/>
        </p:nvSpPr>
        <p:spPr>
          <a:xfrm>
            <a:off x="1983985" y="3621586"/>
            <a:ext cx="9827015" cy="4708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Intent</a:t>
            </a:r>
            <a:br>
              <a:rPr lang="en-US" sz="2000" dirty="0">
                <a:solidFill>
                  <a:schemeClr val="bg2"/>
                </a:solidFill>
              </a:rPr>
            </a:br>
            <a:r>
              <a:rPr lang="en-US" sz="1400" dirty="0">
                <a:solidFill>
                  <a:schemeClr val="bg2"/>
                </a:solidFill>
              </a:rPr>
              <a:t>Genuine concern and caring for others. Acting in the best interest for everyone</a:t>
            </a:r>
            <a:endParaRPr lang="en-US" sz="2000" i="1" dirty="0">
              <a:solidFill>
                <a:schemeClr val="bg2"/>
              </a:solidFill>
            </a:endParaRPr>
          </a:p>
        </p:txBody>
      </p:sp>
      <p:sp>
        <p:nvSpPr>
          <p:cNvPr id="6" name="Title 1">
            <a:extLst>
              <a:ext uri="{FF2B5EF4-FFF2-40B4-BE49-F238E27FC236}">
                <a16:creationId xmlns:a16="http://schemas.microsoft.com/office/drawing/2014/main" id="{A1E3F191-D074-4FB5-8D3A-50CF6614C6FB}"/>
              </a:ext>
            </a:extLst>
          </p:cNvPr>
          <p:cNvSpPr txBox="1">
            <a:spLocks/>
          </p:cNvSpPr>
          <p:nvPr/>
        </p:nvSpPr>
        <p:spPr>
          <a:xfrm>
            <a:off x="1983984" y="4400648"/>
            <a:ext cx="6535548" cy="4708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Capabilities</a:t>
            </a:r>
          </a:p>
          <a:p>
            <a:r>
              <a:rPr lang="en-US" sz="1400" dirty="0">
                <a:solidFill>
                  <a:schemeClr val="bg2"/>
                </a:solidFill>
              </a:rPr>
              <a:t>Skill, talent, attributes, capacity to execute</a:t>
            </a:r>
          </a:p>
        </p:txBody>
      </p:sp>
      <p:sp>
        <p:nvSpPr>
          <p:cNvPr id="7" name="Title 1">
            <a:extLst>
              <a:ext uri="{FF2B5EF4-FFF2-40B4-BE49-F238E27FC236}">
                <a16:creationId xmlns:a16="http://schemas.microsoft.com/office/drawing/2014/main" id="{B0A0852C-D2D4-4279-9245-302027F1FB2B}"/>
              </a:ext>
            </a:extLst>
          </p:cNvPr>
          <p:cNvSpPr txBox="1">
            <a:spLocks/>
          </p:cNvSpPr>
          <p:nvPr/>
        </p:nvSpPr>
        <p:spPr>
          <a:xfrm>
            <a:off x="1983985" y="5304373"/>
            <a:ext cx="5810717"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Results</a:t>
            </a:r>
          </a:p>
          <a:p>
            <a:r>
              <a:rPr lang="en-US" sz="1400" dirty="0">
                <a:solidFill>
                  <a:schemeClr val="bg2"/>
                </a:solidFill>
              </a:rPr>
              <a:t>Track record, getting things done</a:t>
            </a:r>
          </a:p>
          <a:p>
            <a:endParaRPr lang="en-US" sz="2000" i="1" dirty="0">
              <a:solidFill>
                <a:schemeClr val="bg2"/>
              </a:solidFill>
            </a:endParaRPr>
          </a:p>
        </p:txBody>
      </p:sp>
    </p:spTree>
    <p:extLst>
      <p:ext uri="{BB962C8B-B14F-4D97-AF65-F5344CB8AC3E}">
        <p14:creationId xmlns:p14="http://schemas.microsoft.com/office/powerpoint/2010/main" val="247753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C21E-68CE-468C-94C8-25C4EBAE759E}"/>
              </a:ext>
            </a:extLst>
          </p:cNvPr>
          <p:cNvSpPr>
            <a:spLocks noGrp="1"/>
          </p:cNvSpPr>
          <p:nvPr>
            <p:ph type="title"/>
          </p:nvPr>
        </p:nvSpPr>
        <p:spPr/>
        <p:txBody>
          <a:bodyPr/>
          <a:lstStyle/>
          <a:p>
            <a:r>
              <a:rPr lang="en-US" dirty="0"/>
              <a:t>Relationship Trust</a:t>
            </a:r>
          </a:p>
        </p:txBody>
      </p:sp>
      <p:sp>
        <p:nvSpPr>
          <p:cNvPr id="3" name="Title 1">
            <a:extLst>
              <a:ext uri="{FF2B5EF4-FFF2-40B4-BE49-F238E27FC236}">
                <a16:creationId xmlns:a16="http://schemas.microsoft.com/office/drawing/2014/main" id="{DC0A0252-4E80-4712-A98D-76582164E31B}"/>
              </a:ext>
            </a:extLst>
          </p:cNvPr>
          <p:cNvSpPr txBox="1">
            <a:spLocks/>
          </p:cNvSpPr>
          <p:nvPr/>
        </p:nvSpPr>
        <p:spPr>
          <a:xfrm>
            <a:off x="1983983" y="2523962"/>
            <a:ext cx="9188035" cy="1135696"/>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Think of a person who you share a high trust relationship with </a:t>
            </a:r>
          </a:p>
          <a:p>
            <a:endParaRPr lang="en-US" sz="2000" dirty="0">
              <a:solidFill>
                <a:schemeClr val="bg2"/>
              </a:solidFill>
            </a:endParaRPr>
          </a:p>
          <a:p>
            <a:pPr marL="285750" indent="-285750">
              <a:buFont typeface="Arial" panose="020B0604020202020204" pitchFamily="34" charset="0"/>
              <a:buChar char="•"/>
            </a:pPr>
            <a:r>
              <a:rPr lang="en-US" sz="1400" dirty="0">
                <a:solidFill>
                  <a:schemeClr val="bg2"/>
                </a:solidFill>
              </a:rPr>
              <a:t>What is it like working with this person ?</a:t>
            </a:r>
          </a:p>
          <a:p>
            <a:pPr marL="285750" indent="-285750">
              <a:buFont typeface="Arial" panose="020B0604020202020204" pitchFamily="34" charset="0"/>
              <a:buChar char="•"/>
            </a:pPr>
            <a:r>
              <a:rPr lang="en-US" sz="1400" dirty="0">
                <a:solidFill>
                  <a:schemeClr val="bg2"/>
                </a:solidFill>
              </a:rPr>
              <a:t>How long does it take to get things done ?</a:t>
            </a:r>
          </a:p>
          <a:p>
            <a:pPr marL="285750" indent="-285750">
              <a:buFont typeface="Arial" panose="020B0604020202020204" pitchFamily="34" charset="0"/>
              <a:buChar char="•"/>
            </a:pPr>
            <a:r>
              <a:rPr lang="en-US" sz="1400" dirty="0">
                <a:solidFill>
                  <a:schemeClr val="bg2"/>
                </a:solidFill>
              </a:rPr>
              <a:t>What kind of results are you able to achieve ?</a:t>
            </a:r>
          </a:p>
        </p:txBody>
      </p:sp>
      <p:sp>
        <p:nvSpPr>
          <p:cNvPr id="4" name="Title 1">
            <a:extLst>
              <a:ext uri="{FF2B5EF4-FFF2-40B4-BE49-F238E27FC236}">
                <a16:creationId xmlns:a16="http://schemas.microsoft.com/office/drawing/2014/main" id="{FA424F80-E102-4B65-8C1F-7CE7D4C1FB6F}"/>
              </a:ext>
            </a:extLst>
          </p:cNvPr>
          <p:cNvSpPr txBox="1">
            <a:spLocks/>
          </p:cNvSpPr>
          <p:nvPr/>
        </p:nvSpPr>
        <p:spPr>
          <a:xfrm>
            <a:off x="1983983" y="4557139"/>
            <a:ext cx="9188035" cy="1135696"/>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Think of a person who you share a low trust relationship with </a:t>
            </a:r>
          </a:p>
          <a:p>
            <a:endParaRPr lang="en-US" sz="2000" dirty="0">
              <a:solidFill>
                <a:schemeClr val="bg2"/>
              </a:solidFill>
            </a:endParaRPr>
          </a:p>
          <a:p>
            <a:pPr marL="285750" indent="-285750">
              <a:buFont typeface="Arial" panose="020B0604020202020204" pitchFamily="34" charset="0"/>
              <a:buChar char="•"/>
            </a:pPr>
            <a:r>
              <a:rPr lang="en-US" sz="1400" dirty="0">
                <a:solidFill>
                  <a:schemeClr val="bg2"/>
                </a:solidFill>
              </a:rPr>
              <a:t>What is it like working with this person ?</a:t>
            </a:r>
          </a:p>
          <a:p>
            <a:pPr marL="285750" indent="-285750">
              <a:buFont typeface="Arial" panose="020B0604020202020204" pitchFamily="34" charset="0"/>
              <a:buChar char="•"/>
            </a:pPr>
            <a:r>
              <a:rPr lang="en-US" sz="1400" dirty="0">
                <a:solidFill>
                  <a:schemeClr val="bg2"/>
                </a:solidFill>
              </a:rPr>
              <a:t>How long does it take to get things done ?</a:t>
            </a:r>
          </a:p>
          <a:p>
            <a:pPr marL="285750" indent="-285750">
              <a:buFont typeface="Arial" panose="020B0604020202020204" pitchFamily="34" charset="0"/>
              <a:buChar char="•"/>
            </a:pPr>
            <a:r>
              <a:rPr lang="en-US" sz="1400" dirty="0">
                <a:solidFill>
                  <a:schemeClr val="bg2"/>
                </a:solidFill>
              </a:rPr>
              <a:t>What kind of results are you able to achieve ?</a:t>
            </a:r>
          </a:p>
        </p:txBody>
      </p:sp>
    </p:spTree>
    <p:extLst>
      <p:ext uri="{BB962C8B-B14F-4D97-AF65-F5344CB8AC3E}">
        <p14:creationId xmlns:p14="http://schemas.microsoft.com/office/powerpoint/2010/main" val="3865043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ED27-BE90-40BB-9763-904D25632FA0}"/>
              </a:ext>
            </a:extLst>
          </p:cNvPr>
          <p:cNvSpPr>
            <a:spLocks noGrp="1"/>
          </p:cNvSpPr>
          <p:nvPr>
            <p:ph type="title"/>
          </p:nvPr>
        </p:nvSpPr>
        <p:spPr/>
        <p:txBody>
          <a:bodyPr/>
          <a:lstStyle/>
          <a:p>
            <a:r>
              <a:rPr lang="en-US" dirty="0"/>
              <a:t>Activity</a:t>
            </a:r>
          </a:p>
        </p:txBody>
      </p:sp>
      <p:sp>
        <p:nvSpPr>
          <p:cNvPr id="3" name="Title 1">
            <a:extLst>
              <a:ext uri="{FF2B5EF4-FFF2-40B4-BE49-F238E27FC236}">
                <a16:creationId xmlns:a16="http://schemas.microsoft.com/office/drawing/2014/main" id="{8F669933-E553-4CAF-9CA3-8F09DBFCC636}"/>
              </a:ext>
            </a:extLst>
          </p:cNvPr>
          <p:cNvSpPr txBox="1">
            <a:spLocks/>
          </p:cNvSpPr>
          <p:nvPr/>
        </p:nvSpPr>
        <p:spPr>
          <a:xfrm>
            <a:off x="1019982" y="3116690"/>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Identify someone with whom you have lost trust</a:t>
            </a:r>
            <a:endParaRPr lang="en-US" sz="2000" i="1" dirty="0">
              <a:solidFill>
                <a:schemeClr val="bg2"/>
              </a:solidFill>
            </a:endParaRPr>
          </a:p>
        </p:txBody>
      </p:sp>
      <p:sp>
        <p:nvSpPr>
          <p:cNvPr id="7" name="Title 1">
            <a:extLst>
              <a:ext uri="{FF2B5EF4-FFF2-40B4-BE49-F238E27FC236}">
                <a16:creationId xmlns:a16="http://schemas.microsoft.com/office/drawing/2014/main" id="{7F25E7C1-F0CF-439C-962A-2B2D97629ADC}"/>
              </a:ext>
            </a:extLst>
          </p:cNvPr>
          <p:cNvSpPr txBox="1">
            <a:spLocks/>
          </p:cNvSpPr>
          <p:nvPr/>
        </p:nvSpPr>
        <p:spPr>
          <a:xfrm>
            <a:off x="1019982" y="4153829"/>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Was it a problem with Character or Competence ?</a:t>
            </a:r>
            <a:endParaRPr lang="en-US" sz="2000" i="1" dirty="0">
              <a:solidFill>
                <a:schemeClr val="bg2"/>
              </a:solidFill>
            </a:endParaRPr>
          </a:p>
        </p:txBody>
      </p:sp>
    </p:spTree>
    <p:extLst>
      <p:ext uri="{BB962C8B-B14F-4D97-AF65-F5344CB8AC3E}">
        <p14:creationId xmlns:p14="http://schemas.microsoft.com/office/powerpoint/2010/main" val="252268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CC21E-68CE-468C-94C8-25C4EBAE759E}"/>
              </a:ext>
            </a:extLst>
          </p:cNvPr>
          <p:cNvSpPr>
            <a:spLocks noGrp="1"/>
          </p:cNvSpPr>
          <p:nvPr>
            <p:ph type="title"/>
          </p:nvPr>
        </p:nvSpPr>
        <p:spPr/>
        <p:txBody>
          <a:bodyPr/>
          <a:lstStyle/>
          <a:p>
            <a:r>
              <a:rPr lang="en-US" dirty="0"/>
              <a:t>Time to think again!</a:t>
            </a:r>
          </a:p>
        </p:txBody>
      </p:sp>
      <p:sp>
        <p:nvSpPr>
          <p:cNvPr id="5" name="Title 1">
            <a:extLst>
              <a:ext uri="{FF2B5EF4-FFF2-40B4-BE49-F238E27FC236}">
                <a16:creationId xmlns:a16="http://schemas.microsoft.com/office/drawing/2014/main" id="{3FF5CBCF-BFB6-20C5-37D9-34BC4EC61778}"/>
              </a:ext>
            </a:extLst>
          </p:cNvPr>
          <p:cNvSpPr txBox="1">
            <a:spLocks/>
          </p:cNvSpPr>
          <p:nvPr/>
        </p:nvSpPr>
        <p:spPr>
          <a:xfrm>
            <a:off x="783372" y="2422147"/>
            <a:ext cx="9956181" cy="332398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At PCoE we have a robust enablement and field strategy, which ensures you are equipped from a capability and strategy standpoint.</a:t>
            </a:r>
          </a:p>
          <a:p>
            <a:endParaRPr lang="en-US" sz="2000" dirty="0">
              <a:solidFill>
                <a:schemeClr val="bg2"/>
              </a:solidFill>
            </a:endParaRPr>
          </a:p>
          <a:p>
            <a:r>
              <a:rPr lang="en-US" sz="2000" dirty="0">
                <a:solidFill>
                  <a:schemeClr val="bg2"/>
                </a:solidFill>
              </a:rPr>
              <a:t>However, still there are lot of people who are not able to make an impact with the field, are unable to drive outcomes and have been unsuccessful in building long lasting field relationships.</a:t>
            </a:r>
          </a:p>
          <a:p>
            <a:endParaRPr lang="en-US" sz="2000" dirty="0">
              <a:solidFill>
                <a:schemeClr val="bg2"/>
              </a:solidFill>
            </a:endParaRPr>
          </a:p>
          <a:p>
            <a:r>
              <a:rPr lang="en-US" sz="2000" dirty="0">
                <a:solidFill>
                  <a:schemeClr val="bg2"/>
                </a:solidFill>
              </a:rPr>
              <a:t>Assuming they have the skills they need to be successful, we know that trust could be a potential challenge</a:t>
            </a:r>
          </a:p>
          <a:p>
            <a:endParaRPr lang="en-US" sz="2000" dirty="0">
              <a:solidFill>
                <a:schemeClr val="bg2"/>
              </a:solidFill>
            </a:endParaRPr>
          </a:p>
          <a:p>
            <a:endParaRPr lang="en-US" sz="2000" dirty="0">
              <a:solidFill>
                <a:schemeClr val="bg2"/>
              </a:solidFill>
            </a:endParaRPr>
          </a:p>
          <a:p>
            <a:r>
              <a:rPr lang="en-US" sz="2000" b="1" dirty="0">
                <a:solidFill>
                  <a:schemeClr val="bg2"/>
                </a:solidFill>
              </a:rPr>
              <a:t>Create a simple plan that this person can use to start building trust</a:t>
            </a:r>
          </a:p>
        </p:txBody>
      </p:sp>
    </p:spTree>
    <p:extLst>
      <p:ext uri="{BB962C8B-B14F-4D97-AF65-F5344CB8AC3E}">
        <p14:creationId xmlns:p14="http://schemas.microsoft.com/office/powerpoint/2010/main" val="4686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23DA-A0E4-449F-95D1-6459FF56753C}"/>
              </a:ext>
            </a:extLst>
          </p:cNvPr>
          <p:cNvSpPr>
            <a:spLocks noGrp="1"/>
          </p:cNvSpPr>
          <p:nvPr>
            <p:ph type="title"/>
          </p:nvPr>
        </p:nvSpPr>
        <p:spPr/>
        <p:txBody>
          <a:bodyPr/>
          <a:lstStyle/>
          <a:p>
            <a:r>
              <a:rPr lang="en-US" dirty="0"/>
              <a:t>Behaviors to develop high trust </a:t>
            </a:r>
          </a:p>
        </p:txBody>
      </p:sp>
      <p:sp>
        <p:nvSpPr>
          <p:cNvPr id="3" name="Title 1">
            <a:extLst>
              <a:ext uri="{FF2B5EF4-FFF2-40B4-BE49-F238E27FC236}">
                <a16:creationId xmlns:a16="http://schemas.microsoft.com/office/drawing/2014/main" id="{498CDEEE-5073-443C-8DE0-58C226F92324}"/>
              </a:ext>
            </a:extLst>
          </p:cNvPr>
          <p:cNvSpPr txBox="1">
            <a:spLocks/>
          </p:cNvSpPr>
          <p:nvPr/>
        </p:nvSpPr>
        <p:spPr>
          <a:xfrm>
            <a:off x="1983983" y="2126846"/>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Talk Straight</a:t>
            </a:r>
          </a:p>
          <a:p>
            <a:endParaRPr lang="en-US" sz="2000" dirty="0">
              <a:solidFill>
                <a:schemeClr val="bg2"/>
              </a:solidFill>
            </a:endParaRPr>
          </a:p>
          <a:p>
            <a:r>
              <a:rPr lang="en-US" sz="1400" dirty="0">
                <a:solidFill>
                  <a:schemeClr val="bg2"/>
                </a:solidFill>
              </a:rPr>
              <a:t>Tell the truth and demonstrate integrity</a:t>
            </a:r>
          </a:p>
        </p:txBody>
      </p:sp>
      <p:sp>
        <p:nvSpPr>
          <p:cNvPr id="4" name="Title 1">
            <a:extLst>
              <a:ext uri="{FF2B5EF4-FFF2-40B4-BE49-F238E27FC236}">
                <a16:creationId xmlns:a16="http://schemas.microsoft.com/office/drawing/2014/main" id="{D06110DF-FFD2-4001-A2AF-1D180F4F1F78}"/>
              </a:ext>
            </a:extLst>
          </p:cNvPr>
          <p:cNvSpPr txBox="1">
            <a:spLocks/>
          </p:cNvSpPr>
          <p:nvPr/>
        </p:nvSpPr>
        <p:spPr>
          <a:xfrm>
            <a:off x="1983983" y="3609309"/>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Demonstrate Respect</a:t>
            </a:r>
          </a:p>
          <a:p>
            <a:endParaRPr lang="en-US" sz="2000" dirty="0">
              <a:solidFill>
                <a:schemeClr val="bg2"/>
              </a:solidFill>
            </a:endParaRPr>
          </a:p>
          <a:p>
            <a:r>
              <a:rPr lang="en-US" sz="1400" dirty="0">
                <a:solidFill>
                  <a:schemeClr val="bg2"/>
                </a:solidFill>
              </a:rPr>
              <a:t>Show that you genuinely care; show kindness in little things</a:t>
            </a:r>
          </a:p>
        </p:txBody>
      </p:sp>
      <p:sp>
        <p:nvSpPr>
          <p:cNvPr id="5" name="Title 1">
            <a:extLst>
              <a:ext uri="{FF2B5EF4-FFF2-40B4-BE49-F238E27FC236}">
                <a16:creationId xmlns:a16="http://schemas.microsoft.com/office/drawing/2014/main" id="{8A1A0E83-AE60-4422-86AC-C2043FB6DA36}"/>
              </a:ext>
            </a:extLst>
          </p:cNvPr>
          <p:cNvSpPr txBox="1">
            <a:spLocks/>
          </p:cNvSpPr>
          <p:nvPr/>
        </p:nvSpPr>
        <p:spPr>
          <a:xfrm>
            <a:off x="1983983" y="5091772"/>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Create transparency</a:t>
            </a:r>
          </a:p>
          <a:p>
            <a:endParaRPr lang="en-US" sz="2000" dirty="0">
              <a:solidFill>
                <a:schemeClr val="bg2"/>
              </a:solidFill>
            </a:endParaRPr>
          </a:p>
          <a:p>
            <a:r>
              <a:rPr lang="en-US" sz="1400" dirty="0">
                <a:solidFill>
                  <a:schemeClr val="bg2"/>
                </a:solidFill>
              </a:rPr>
              <a:t>Be genuine, open and authentic. Don’t hide things</a:t>
            </a:r>
          </a:p>
        </p:txBody>
      </p:sp>
    </p:spTree>
    <p:extLst>
      <p:ext uri="{BB962C8B-B14F-4D97-AF65-F5344CB8AC3E}">
        <p14:creationId xmlns:p14="http://schemas.microsoft.com/office/powerpoint/2010/main" val="343024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23DA-A0E4-449F-95D1-6459FF56753C}"/>
              </a:ext>
            </a:extLst>
          </p:cNvPr>
          <p:cNvSpPr>
            <a:spLocks noGrp="1"/>
          </p:cNvSpPr>
          <p:nvPr>
            <p:ph type="title"/>
          </p:nvPr>
        </p:nvSpPr>
        <p:spPr/>
        <p:txBody>
          <a:bodyPr/>
          <a:lstStyle/>
          <a:p>
            <a:r>
              <a:rPr lang="en-US" dirty="0"/>
              <a:t>Behaviors to develop high trust </a:t>
            </a:r>
          </a:p>
        </p:txBody>
      </p:sp>
      <p:sp>
        <p:nvSpPr>
          <p:cNvPr id="3" name="Title 1">
            <a:extLst>
              <a:ext uri="{FF2B5EF4-FFF2-40B4-BE49-F238E27FC236}">
                <a16:creationId xmlns:a16="http://schemas.microsoft.com/office/drawing/2014/main" id="{498CDEEE-5073-443C-8DE0-58C226F92324}"/>
              </a:ext>
            </a:extLst>
          </p:cNvPr>
          <p:cNvSpPr txBox="1">
            <a:spLocks/>
          </p:cNvSpPr>
          <p:nvPr/>
        </p:nvSpPr>
        <p:spPr>
          <a:xfrm>
            <a:off x="1983983" y="2126846"/>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Right Wrongs</a:t>
            </a:r>
          </a:p>
          <a:p>
            <a:endParaRPr lang="en-US" sz="2000" dirty="0">
              <a:solidFill>
                <a:schemeClr val="bg2"/>
              </a:solidFill>
            </a:endParaRPr>
          </a:p>
          <a:p>
            <a:r>
              <a:rPr lang="en-US" sz="1400" dirty="0">
                <a:solidFill>
                  <a:schemeClr val="bg2"/>
                </a:solidFill>
              </a:rPr>
              <a:t>Apologize and make up. Do the right thing</a:t>
            </a:r>
          </a:p>
        </p:txBody>
      </p:sp>
      <p:sp>
        <p:nvSpPr>
          <p:cNvPr id="4" name="Title 1">
            <a:extLst>
              <a:ext uri="{FF2B5EF4-FFF2-40B4-BE49-F238E27FC236}">
                <a16:creationId xmlns:a16="http://schemas.microsoft.com/office/drawing/2014/main" id="{D06110DF-FFD2-4001-A2AF-1D180F4F1F78}"/>
              </a:ext>
            </a:extLst>
          </p:cNvPr>
          <p:cNvSpPr txBox="1">
            <a:spLocks/>
          </p:cNvSpPr>
          <p:nvPr/>
        </p:nvSpPr>
        <p:spPr>
          <a:xfrm>
            <a:off x="1983983" y="3609309"/>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Show Loyalty</a:t>
            </a:r>
          </a:p>
          <a:p>
            <a:endParaRPr lang="en-US" sz="2000" dirty="0">
              <a:solidFill>
                <a:schemeClr val="bg2"/>
              </a:solidFill>
            </a:endParaRPr>
          </a:p>
          <a:p>
            <a:r>
              <a:rPr lang="en-US" sz="1400" dirty="0">
                <a:solidFill>
                  <a:schemeClr val="bg2"/>
                </a:solidFill>
              </a:rPr>
              <a:t>Give credit to others and be loyal</a:t>
            </a:r>
          </a:p>
        </p:txBody>
      </p:sp>
      <p:sp>
        <p:nvSpPr>
          <p:cNvPr id="5" name="Title 1">
            <a:extLst>
              <a:ext uri="{FF2B5EF4-FFF2-40B4-BE49-F238E27FC236}">
                <a16:creationId xmlns:a16="http://schemas.microsoft.com/office/drawing/2014/main" id="{8A1A0E83-AE60-4422-86AC-C2043FB6DA36}"/>
              </a:ext>
            </a:extLst>
          </p:cNvPr>
          <p:cNvSpPr txBox="1">
            <a:spLocks/>
          </p:cNvSpPr>
          <p:nvPr/>
        </p:nvSpPr>
        <p:spPr>
          <a:xfrm>
            <a:off x="1983983" y="5091772"/>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Deliver Results</a:t>
            </a:r>
          </a:p>
          <a:p>
            <a:endParaRPr lang="en-US" sz="2000" dirty="0">
              <a:solidFill>
                <a:schemeClr val="bg2"/>
              </a:solidFill>
            </a:endParaRPr>
          </a:p>
          <a:p>
            <a:r>
              <a:rPr lang="en-US" sz="1400" dirty="0">
                <a:solidFill>
                  <a:schemeClr val="bg2"/>
                </a:solidFill>
              </a:rPr>
              <a:t>Accomplish what you are hired to do. Don’t make excuses</a:t>
            </a:r>
          </a:p>
        </p:txBody>
      </p:sp>
    </p:spTree>
    <p:extLst>
      <p:ext uri="{BB962C8B-B14F-4D97-AF65-F5344CB8AC3E}">
        <p14:creationId xmlns:p14="http://schemas.microsoft.com/office/powerpoint/2010/main" val="3399284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23DA-A0E4-449F-95D1-6459FF56753C}"/>
              </a:ext>
            </a:extLst>
          </p:cNvPr>
          <p:cNvSpPr>
            <a:spLocks noGrp="1"/>
          </p:cNvSpPr>
          <p:nvPr>
            <p:ph type="title"/>
          </p:nvPr>
        </p:nvSpPr>
        <p:spPr/>
        <p:txBody>
          <a:bodyPr/>
          <a:lstStyle/>
          <a:p>
            <a:r>
              <a:rPr lang="en-US" dirty="0"/>
              <a:t>Behaviors to develop high trust </a:t>
            </a:r>
          </a:p>
        </p:txBody>
      </p:sp>
      <p:sp>
        <p:nvSpPr>
          <p:cNvPr id="3" name="Title 1">
            <a:extLst>
              <a:ext uri="{FF2B5EF4-FFF2-40B4-BE49-F238E27FC236}">
                <a16:creationId xmlns:a16="http://schemas.microsoft.com/office/drawing/2014/main" id="{498CDEEE-5073-443C-8DE0-58C226F92324}"/>
              </a:ext>
            </a:extLst>
          </p:cNvPr>
          <p:cNvSpPr txBox="1">
            <a:spLocks/>
          </p:cNvSpPr>
          <p:nvPr/>
        </p:nvSpPr>
        <p:spPr>
          <a:xfrm>
            <a:off x="1983983" y="2126846"/>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Get Better</a:t>
            </a:r>
          </a:p>
          <a:p>
            <a:endParaRPr lang="en-US" sz="2000" dirty="0">
              <a:solidFill>
                <a:schemeClr val="bg2"/>
              </a:solidFill>
            </a:endParaRPr>
          </a:p>
          <a:p>
            <a:r>
              <a:rPr lang="en-US" sz="1400" dirty="0">
                <a:solidFill>
                  <a:schemeClr val="bg2"/>
                </a:solidFill>
              </a:rPr>
              <a:t>Learn to improve. Be thankful for feedback and act upon it</a:t>
            </a:r>
          </a:p>
        </p:txBody>
      </p:sp>
      <p:sp>
        <p:nvSpPr>
          <p:cNvPr id="4" name="Title 1">
            <a:extLst>
              <a:ext uri="{FF2B5EF4-FFF2-40B4-BE49-F238E27FC236}">
                <a16:creationId xmlns:a16="http://schemas.microsoft.com/office/drawing/2014/main" id="{D06110DF-FFD2-4001-A2AF-1D180F4F1F78}"/>
              </a:ext>
            </a:extLst>
          </p:cNvPr>
          <p:cNvSpPr txBox="1">
            <a:spLocks/>
          </p:cNvSpPr>
          <p:nvPr/>
        </p:nvSpPr>
        <p:spPr>
          <a:xfrm>
            <a:off x="1983983" y="3609309"/>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Confront Reality</a:t>
            </a:r>
          </a:p>
          <a:p>
            <a:endParaRPr lang="en-US" sz="2000" dirty="0">
              <a:solidFill>
                <a:schemeClr val="bg2"/>
              </a:solidFill>
            </a:endParaRPr>
          </a:p>
          <a:p>
            <a:r>
              <a:rPr lang="en-US" sz="1400" dirty="0">
                <a:solidFill>
                  <a:schemeClr val="bg2"/>
                </a:solidFill>
              </a:rPr>
              <a:t>Meet issues head on; address the tough things</a:t>
            </a:r>
          </a:p>
        </p:txBody>
      </p:sp>
      <p:sp>
        <p:nvSpPr>
          <p:cNvPr id="5" name="Title 1">
            <a:extLst>
              <a:ext uri="{FF2B5EF4-FFF2-40B4-BE49-F238E27FC236}">
                <a16:creationId xmlns:a16="http://schemas.microsoft.com/office/drawing/2014/main" id="{8A1A0E83-AE60-4422-86AC-C2043FB6DA36}"/>
              </a:ext>
            </a:extLst>
          </p:cNvPr>
          <p:cNvSpPr txBox="1">
            <a:spLocks/>
          </p:cNvSpPr>
          <p:nvPr/>
        </p:nvSpPr>
        <p:spPr>
          <a:xfrm>
            <a:off x="1983983" y="5080621"/>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Practice Accountability</a:t>
            </a:r>
          </a:p>
          <a:p>
            <a:endParaRPr lang="en-US" sz="2000" dirty="0">
              <a:solidFill>
                <a:schemeClr val="bg2"/>
              </a:solidFill>
            </a:endParaRPr>
          </a:p>
          <a:p>
            <a:r>
              <a:rPr lang="en-US" sz="1400" dirty="0">
                <a:solidFill>
                  <a:schemeClr val="bg2"/>
                </a:solidFill>
              </a:rPr>
              <a:t>Take responsibility for the results</a:t>
            </a:r>
          </a:p>
        </p:txBody>
      </p:sp>
    </p:spTree>
    <p:extLst>
      <p:ext uri="{BB962C8B-B14F-4D97-AF65-F5344CB8AC3E}">
        <p14:creationId xmlns:p14="http://schemas.microsoft.com/office/powerpoint/2010/main" val="310934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F23DA-A0E4-449F-95D1-6459FF56753C}"/>
              </a:ext>
            </a:extLst>
          </p:cNvPr>
          <p:cNvSpPr>
            <a:spLocks noGrp="1"/>
          </p:cNvSpPr>
          <p:nvPr>
            <p:ph type="title"/>
          </p:nvPr>
        </p:nvSpPr>
        <p:spPr/>
        <p:txBody>
          <a:bodyPr/>
          <a:lstStyle/>
          <a:p>
            <a:r>
              <a:rPr lang="en-US" dirty="0"/>
              <a:t>Behaviors to develop high trust </a:t>
            </a:r>
          </a:p>
        </p:txBody>
      </p:sp>
      <p:sp>
        <p:nvSpPr>
          <p:cNvPr id="3" name="Title 1">
            <a:extLst>
              <a:ext uri="{FF2B5EF4-FFF2-40B4-BE49-F238E27FC236}">
                <a16:creationId xmlns:a16="http://schemas.microsoft.com/office/drawing/2014/main" id="{498CDEEE-5073-443C-8DE0-58C226F92324}"/>
              </a:ext>
            </a:extLst>
          </p:cNvPr>
          <p:cNvSpPr txBox="1">
            <a:spLocks/>
          </p:cNvSpPr>
          <p:nvPr/>
        </p:nvSpPr>
        <p:spPr>
          <a:xfrm>
            <a:off x="1983983" y="2126846"/>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Clarify expectations</a:t>
            </a:r>
          </a:p>
          <a:p>
            <a:endParaRPr lang="en-US" sz="2000" dirty="0">
              <a:solidFill>
                <a:schemeClr val="bg2"/>
              </a:solidFill>
            </a:endParaRPr>
          </a:p>
          <a:p>
            <a:r>
              <a:rPr lang="en-US" sz="1400" dirty="0">
                <a:solidFill>
                  <a:schemeClr val="bg2"/>
                </a:solidFill>
              </a:rPr>
              <a:t>Reveal, discuss and validate expectations</a:t>
            </a:r>
          </a:p>
        </p:txBody>
      </p:sp>
      <p:sp>
        <p:nvSpPr>
          <p:cNvPr id="4" name="Title 1">
            <a:extLst>
              <a:ext uri="{FF2B5EF4-FFF2-40B4-BE49-F238E27FC236}">
                <a16:creationId xmlns:a16="http://schemas.microsoft.com/office/drawing/2014/main" id="{D06110DF-FFD2-4001-A2AF-1D180F4F1F78}"/>
              </a:ext>
            </a:extLst>
          </p:cNvPr>
          <p:cNvSpPr txBox="1">
            <a:spLocks/>
          </p:cNvSpPr>
          <p:nvPr/>
        </p:nvSpPr>
        <p:spPr>
          <a:xfrm>
            <a:off x="1983983" y="3429000"/>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Listen First</a:t>
            </a:r>
          </a:p>
          <a:p>
            <a:endParaRPr lang="en-US" sz="2000" dirty="0">
              <a:solidFill>
                <a:schemeClr val="bg2"/>
              </a:solidFill>
            </a:endParaRPr>
          </a:p>
          <a:p>
            <a:r>
              <a:rPr lang="en-US" sz="1400" dirty="0">
                <a:solidFill>
                  <a:schemeClr val="bg2"/>
                </a:solidFill>
              </a:rPr>
              <a:t>Listen before you speak. Avoid assumptions</a:t>
            </a:r>
          </a:p>
        </p:txBody>
      </p:sp>
      <p:sp>
        <p:nvSpPr>
          <p:cNvPr id="5" name="Title 1">
            <a:extLst>
              <a:ext uri="{FF2B5EF4-FFF2-40B4-BE49-F238E27FC236}">
                <a16:creationId xmlns:a16="http://schemas.microsoft.com/office/drawing/2014/main" id="{8A1A0E83-AE60-4422-86AC-C2043FB6DA36}"/>
              </a:ext>
            </a:extLst>
          </p:cNvPr>
          <p:cNvSpPr txBox="1">
            <a:spLocks/>
          </p:cNvSpPr>
          <p:nvPr/>
        </p:nvSpPr>
        <p:spPr>
          <a:xfrm>
            <a:off x="1983983" y="4578816"/>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Keep commitments</a:t>
            </a:r>
          </a:p>
          <a:p>
            <a:endParaRPr lang="en-US" sz="2000" dirty="0">
              <a:solidFill>
                <a:schemeClr val="bg2"/>
              </a:solidFill>
            </a:endParaRPr>
          </a:p>
          <a:p>
            <a:r>
              <a:rPr lang="en-US" sz="1400" dirty="0">
                <a:solidFill>
                  <a:schemeClr val="bg2"/>
                </a:solidFill>
              </a:rPr>
              <a:t>Share what you want to do and do what you say you’ll do. Don’t break confidence</a:t>
            </a:r>
          </a:p>
        </p:txBody>
      </p:sp>
      <p:sp>
        <p:nvSpPr>
          <p:cNvPr id="6" name="Title 1">
            <a:extLst>
              <a:ext uri="{FF2B5EF4-FFF2-40B4-BE49-F238E27FC236}">
                <a16:creationId xmlns:a16="http://schemas.microsoft.com/office/drawing/2014/main" id="{6EEBD033-FA64-491A-8465-FF665DB42D7C}"/>
              </a:ext>
            </a:extLst>
          </p:cNvPr>
          <p:cNvSpPr txBox="1">
            <a:spLocks/>
          </p:cNvSpPr>
          <p:nvPr/>
        </p:nvSpPr>
        <p:spPr>
          <a:xfrm>
            <a:off x="1983983" y="5728632"/>
            <a:ext cx="918803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Extend Trust</a:t>
            </a:r>
          </a:p>
          <a:p>
            <a:endParaRPr lang="en-US" sz="2000" dirty="0">
              <a:solidFill>
                <a:schemeClr val="bg2"/>
              </a:solidFill>
            </a:endParaRPr>
          </a:p>
          <a:p>
            <a:r>
              <a:rPr lang="en-US" sz="1400" dirty="0">
                <a:solidFill>
                  <a:schemeClr val="bg2"/>
                </a:solidFill>
              </a:rPr>
              <a:t>Trust others and extend it</a:t>
            </a:r>
          </a:p>
        </p:txBody>
      </p:sp>
    </p:spTree>
    <p:extLst>
      <p:ext uri="{BB962C8B-B14F-4D97-AF65-F5344CB8AC3E}">
        <p14:creationId xmlns:p14="http://schemas.microsoft.com/office/powerpoint/2010/main" val="402403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ED27-BE90-40BB-9763-904D25632FA0}"/>
              </a:ext>
            </a:extLst>
          </p:cNvPr>
          <p:cNvSpPr>
            <a:spLocks noGrp="1"/>
          </p:cNvSpPr>
          <p:nvPr>
            <p:ph type="title"/>
          </p:nvPr>
        </p:nvSpPr>
        <p:spPr/>
        <p:txBody>
          <a:bodyPr/>
          <a:lstStyle/>
          <a:p>
            <a:r>
              <a:rPr lang="en-US" dirty="0"/>
              <a:t>Activity</a:t>
            </a:r>
          </a:p>
        </p:txBody>
      </p:sp>
      <p:sp>
        <p:nvSpPr>
          <p:cNvPr id="3" name="Title 1">
            <a:extLst>
              <a:ext uri="{FF2B5EF4-FFF2-40B4-BE49-F238E27FC236}">
                <a16:creationId xmlns:a16="http://schemas.microsoft.com/office/drawing/2014/main" id="{8F669933-E553-4CAF-9CA3-8F09DBFCC636}"/>
              </a:ext>
            </a:extLst>
          </p:cNvPr>
          <p:cNvSpPr txBox="1">
            <a:spLocks/>
          </p:cNvSpPr>
          <p:nvPr/>
        </p:nvSpPr>
        <p:spPr>
          <a:xfrm>
            <a:off x="1019982" y="2146534"/>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Which High Trust actions will you demonstrate when  </a:t>
            </a:r>
            <a:endParaRPr lang="en-US" sz="2000" i="1" dirty="0">
              <a:solidFill>
                <a:schemeClr val="bg2"/>
              </a:solidFill>
            </a:endParaRPr>
          </a:p>
        </p:txBody>
      </p:sp>
      <p:sp>
        <p:nvSpPr>
          <p:cNvPr id="4" name="Title 1">
            <a:extLst>
              <a:ext uri="{FF2B5EF4-FFF2-40B4-BE49-F238E27FC236}">
                <a16:creationId xmlns:a16="http://schemas.microsoft.com/office/drawing/2014/main" id="{E9020A8D-4EA5-4435-9BE9-DB10680F6C75}"/>
              </a:ext>
            </a:extLst>
          </p:cNvPr>
          <p:cNvSpPr txBox="1">
            <a:spLocks/>
          </p:cNvSpPr>
          <p:nvPr/>
        </p:nvSpPr>
        <p:spPr>
          <a:xfrm>
            <a:off x="1983983" y="3290500"/>
            <a:ext cx="91880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I need to restore trust in a damaged relationship </a:t>
            </a:r>
            <a:endParaRPr lang="en-US" sz="1400" i="1" dirty="0">
              <a:solidFill>
                <a:schemeClr val="bg2"/>
              </a:solidFill>
            </a:endParaRPr>
          </a:p>
        </p:txBody>
      </p:sp>
      <p:sp>
        <p:nvSpPr>
          <p:cNvPr id="5" name="Title 1">
            <a:extLst>
              <a:ext uri="{FF2B5EF4-FFF2-40B4-BE49-F238E27FC236}">
                <a16:creationId xmlns:a16="http://schemas.microsoft.com/office/drawing/2014/main" id="{C2FB0787-31DF-4F43-9828-9D062E40BE69}"/>
              </a:ext>
            </a:extLst>
          </p:cNvPr>
          <p:cNvSpPr txBox="1">
            <a:spLocks/>
          </p:cNvSpPr>
          <p:nvPr/>
        </p:nvSpPr>
        <p:spPr>
          <a:xfrm>
            <a:off x="1983985" y="4055726"/>
            <a:ext cx="982701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I am not sure what others expect of me </a:t>
            </a:r>
          </a:p>
        </p:txBody>
      </p:sp>
      <p:sp>
        <p:nvSpPr>
          <p:cNvPr id="6" name="Title 1">
            <a:extLst>
              <a:ext uri="{FF2B5EF4-FFF2-40B4-BE49-F238E27FC236}">
                <a16:creationId xmlns:a16="http://schemas.microsoft.com/office/drawing/2014/main" id="{A1E3F191-D074-4FB5-8D3A-50CF6614C6FB}"/>
              </a:ext>
            </a:extLst>
          </p:cNvPr>
          <p:cNvSpPr txBox="1">
            <a:spLocks/>
          </p:cNvSpPr>
          <p:nvPr/>
        </p:nvSpPr>
        <p:spPr>
          <a:xfrm>
            <a:off x="1983984" y="4834788"/>
            <a:ext cx="6535548"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I feel misunderstood </a:t>
            </a:r>
            <a:endParaRPr lang="en-US" sz="1400" i="1" dirty="0">
              <a:solidFill>
                <a:schemeClr val="bg2"/>
              </a:solidFill>
            </a:endParaRPr>
          </a:p>
        </p:txBody>
      </p:sp>
      <p:sp>
        <p:nvSpPr>
          <p:cNvPr id="7" name="Title 1">
            <a:extLst>
              <a:ext uri="{FF2B5EF4-FFF2-40B4-BE49-F238E27FC236}">
                <a16:creationId xmlns:a16="http://schemas.microsoft.com/office/drawing/2014/main" id="{B0A0852C-D2D4-4279-9245-302027F1FB2B}"/>
              </a:ext>
            </a:extLst>
          </p:cNvPr>
          <p:cNvSpPr txBox="1">
            <a:spLocks/>
          </p:cNvSpPr>
          <p:nvPr/>
        </p:nvSpPr>
        <p:spPr>
          <a:xfrm>
            <a:off x="1983985" y="5613850"/>
            <a:ext cx="5810717"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We overpromise something and underdeliver</a:t>
            </a:r>
          </a:p>
        </p:txBody>
      </p:sp>
    </p:spTree>
    <p:extLst>
      <p:ext uri="{BB962C8B-B14F-4D97-AF65-F5344CB8AC3E}">
        <p14:creationId xmlns:p14="http://schemas.microsoft.com/office/powerpoint/2010/main" val="1710026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ED27-BE90-40BB-9763-904D25632FA0}"/>
              </a:ext>
            </a:extLst>
          </p:cNvPr>
          <p:cNvSpPr>
            <a:spLocks noGrp="1"/>
          </p:cNvSpPr>
          <p:nvPr>
            <p:ph type="title"/>
          </p:nvPr>
        </p:nvSpPr>
        <p:spPr/>
        <p:txBody>
          <a:bodyPr/>
          <a:lstStyle/>
          <a:p>
            <a:r>
              <a:rPr lang="en-US" dirty="0"/>
              <a:t>Activity</a:t>
            </a:r>
          </a:p>
        </p:txBody>
      </p:sp>
      <p:sp>
        <p:nvSpPr>
          <p:cNvPr id="3" name="Title 1">
            <a:extLst>
              <a:ext uri="{FF2B5EF4-FFF2-40B4-BE49-F238E27FC236}">
                <a16:creationId xmlns:a16="http://schemas.microsoft.com/office/drawing/2014/main" id="{8F669933-E553-4CAF-9CA3-8F09DBFCC636}"/>
              </a:ext>
            </a:extLst>
          </p:cNvPr>
          <p:cNvSpPr txBox="1">
            <a:spLocks/>
          </p:cNvSpPr>
          <p:nvPr/>
        </p:nvSpPr>
        <p:spPr>
          <a:xfrm>
            <a:off x="1019982" y="2146534"/>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dirty="0">
                <a:solidFill>
                  <a:schemeClr val="bg2"/>
                </a:solidFill>
              </a:rPr>
              <a:t>Which High Trust actions will you demonstrate when  </a:t>
            </a:r>
            <a:endParaRPr lang="en-US" sz="2000" i="1" dirty="0">
              <a:solidFill>
                <a:schemeClr val="bg2"/>
              </a:solidFill>
            </a:endParaRPr>
          </a:p>
        </p:txBody>
      </p:sp>
      <p:sp>
        <p:nvSpPr>
          <p:cNvPr id="4" name="Title 1">
            <a:extLst>
              <a:ext uri="{FF2B5EF4-FFF2-40B4-BE49-F238E27FC236}">
                <a16:creationId xmlns:a16="http://schemas.microsoft.com/office/drawing/2014/main" id="{E9020A8D-4EA5-4435-9BE9-DB10680F6C75}"/>
              </a:ext>
            </a:extLst>
          </p:cNvPr>
          <p:cNvSpPr txBox="1">
            <a:spLocks/>
          </p:cNvSpPr>
          <p:nvPr/>
        </p:nvSpPr>
        <p:spPr>
          <a:xfrm>
            <a:off x="1983983" y="3152001"/>
            <a:ext cx="91880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I feel offended      </a:t>
            </a:r>
            <a:endParaRPr lang="en-US" sz="1400" i="1" dirty="0">
              <a:solidFill>
                <a:schemeClr val="bg2"/>
              </a:solidFill>
            </a:endParaRPr>
          </a:p>
        </p:txBody>
      </p:sp>
      <p:sp>
        <p:nvSpPr>
          <p:cNvPr id="5" name="Title 1">
            <a:extLst>
              <a:ext uri="{FF2B5EF4-FFF2-40B4-BE49-F238E27FC236}">
                <a16:creationId xmlns:a16="http://schemas.microsoft.com/office/drawing/2014/main" id="{C2FB0787-31DF-4F43-9828-9D062E40BE69}"/>
              </a:ext>
            </a:extLst>
          </p:cNvPr>
          <p:cNvSpPr txBox="1">
            <a:spLocks/>
          </p:cNvSpPr>
          <p:nvPr/>
        </p:nvSpPr>
        <p:spPr>
          <a:xfrm>
            <a:off x="1983985" y="3917227"/>
            <a:ext cx="982701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I lack confidence in the team</a:t>
            </a:r>
          </a:p>
        </p:txBody>
      </p:sp>
      <p:sp>
        <p:nvSpPr>
          <p:cNvPr id="6" name="Title 1">
            <a:extLst>
              <a:ext uri="{FF2B5EF4-FFF2-40B4-BE49-F238E27FC236}">
                <a16:creationId xmlns:a16="http://schemas.microsoft.com/office/drawing/2014/main" id="{A1E3F191-D074-4FB5-8D3A-50CF6614C6FB}"/>
              </a:ext>
            </a:extLst>
          </p:cNvPr>
          <p:cNvSpPr txBox="1">
            <a:spLocks/>
          </p:cNvSpPr>
          <p:nvPr/>
        </p:nvSpPr>
        <p:spPr>
          <a:xfrm>
            <a:off x="1983984" y="4696289"/>
            <a:ext cx="6535548"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000" i="1" dirty="0">
                <a:solidFill>
                  <a:schemeClr val="bg2"/>
                </a:solidFill>
              </a:rPr>
              <a:t>I feel someone has been unfairly awarded or promoted</a:t>
            </a:r>
            <a:endParaRPr lang="en-US" sz="1400" i="1" dirty="0">
              <a:solidFill>
                <a:schemeClr val="bg2"/>
              </a:solidFill>
            </a:endParaRPr>
          </a:p>
        </p:txBody>
      </p:sp>
    </p:spTree>
    <p:extLst>
      <p:ext uri="{BB962C8B-B14F-4D97-AF65-F5344CB8AC3E}">
        <p14:creationId xmlns:p14="http://schemas.microsoft.com/office/powerpoint/2010/main" val="1192339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A9E-B65D-FA4B-34D1-55C88A97AA2B}"/>
              </a:ext>
            </a:extLst>
          </p:cNvPr>
          <p:cNvSpPr>
            <a:spLocks noGrp="1"/>
          </p:cNvSpPr>
          <p:nvPr>
            <p:ph type="title"/>
          </p:nvPr>
        </p:nvSpPr>
        <p:spPr>
          <a:xfrm>
            <a:off x="381000" y="403101"/>
            <a:ext cx="11430000" cy="794000"/>
          </a:xfrm>
        </p:spPr>
        <p:txBody>
          <a:bodyPr/>
          <a:lstStyle/>
          <a:p>
            <a:r>
              <a:rPr lang="en-US" dirty="0"/>
              <a:t>Relationship Trust</a:t>
            </a:r>
            <a:br>
              <a:rPr lang="en-US" dirty="0"/>
            </a:br>
            <a:r>
              <a:rPr lang="en-US" sz="2000" dirty="0"/>
              <a:t>Application Challenge</a:t>
            </a:r>
            <a:endParaRPr lang="en-US" dirty="0"/>
          </a:p>
        </p:txBody>
      </p:sp>
      <p:sp>
        <p:nvSpPr>
          <p:cNvPr id="4" name="TextBox 3">
            <a:extLst>
              <a:ext uri="{FF2B5EF4-FFF2-40B4-BE49-F238E27FC236}">
                <a16:creationId xmlns:a16="http://schemas.microsoft.com/office/drawing/2014/main" id="{275B497F-9229-8A95-7147-176993B89AFF}"/>
              </a:ext>
            </a:extLst>
          </p:cNvPr>
          <p:cNvSpPr txBox="1"/>
          <p:nvPr/>
        </p:nvSpPr>
        <p:spPr>
          <a:xfrm>
            <a:off x="121734" y="1859340"/>
            <a:ext cx="11430000" cy="1938992"/>
          </a:xfrm>
          <a:prstGeom prst="rect">
            <a:avLst/>
          </a:prstGeom>
          <a:noFill/>
        </p:spPr>
        <p:txBody>
          <a:bodyPr wrap="square">
            <a:spAutoFit/>
          </a:bodyPr>
          <a:lstStyle/>
          <a:p>
            <a:pPr algn="l"/>
            <a:r>
              <a:rPr lang="en-US" dirty="0">
                <a:solidFill>
                  <a:srgbClr val="101820"/>
                </a:solidFill>
                <a:latin typeface="Rand"/>
              </a:rPr>
              <a:t>You have a stakeholder where you have lost trust.</a:t>
            </a:r>
            <a:br>
              <a:rPr lang="en-US" dirty="0">
                <a:solidFill>
                  <a:srgbClr val="101820"/>
                </a:solidFill>
                <a:latin typeface="Rand"/>
              </a:rPr>
            </a:br>
            <a:r>
              <a:rPr lang="en-US" dirty="0">
                <a:solidFill>
                  <a:srgbClr val="101820"/>
                </a:solidFill>
                <a:latin typeface="Rand"/>
              </a:rPr>
              <a:t>Identify what could be the potential problems that led to this</a:t>
            </a:r>
            <a:br>
              <a:rPr lang="en-US" dirty="0">
                <a:solidFill>
                  <a:srgbClr val="101820"/>
                </a:solidFill>
                <a:latin typeface="Rand"/>
              </a:rPr>
            </a:br>
            <a:r>
              <a:rPr lang="en-US" dirty="0">
                <a:solidFill>
                  <a:srgbClr val="101820"/>
                </a:solidFill>
                <a:latin typeface="Rand"/>
              </a:rPr>
              <a:t>Example :</a:t>
            </a:r>
            <a:br>
              <a:rPr lang="en-US" dirty="0">
                <a:solidFill>
                  <a:srgbClr val="101820"/>
                </a:solidFill>
                <a:latin typeface="Rand"/>
              </a:rPr>
            </a:br>
            <a:r>
              <a:rPr lang="en-US" sz="1600" dirty="0">
                <a:solidFill>
                  <a:srgbClr val="101820"/>
                </a:solidFill>
                <a:latin typeface="Rand"/>
              </a:rPr>
              <a:t>Lack of transparency</a:t>
            </a:r>
            <a:br>
              <a:rPr lang="en-US" sz="1600" dirty="0">
                <a:solidFill>
                  <a:srgbClr val="101820"/>
                </a:solidFill>
                <a:latin typeface="Rand"/>
              </a:rPr>
            </a:br>
            <a:r>
              <a:rPr lang="en-US" sz="1600" dirty="0">
                <a:solidFill>
                  <a:srgbClr val="101820"/>
                </a:solidFill>
                <a:latin typeface="Rand"/>
              </a:rPr>
              <a:t>Not able to deliver results</a:t>
            </a:r>
            <a:br>
              <a:rPr lang="en-US" sz="1600" dirty="0">
                <a:solidFill>
                  <a:srgbClr val="101820"/>
                </a:solidFill>
                <a:latin typeface="Rand"/>
              </a:rPr>
            </a:br>
            <a:r>
              <a:rPr lang="en-US" sz="1600" dirty="0">
                <a:solidFill>
                  <a:srgbClr val="101820"/>
                </a:solidFill>
                <a:latin typeface="Rand"/>
              </a:rPr>
              <a:t>Not showing respect</a:t>
            </a:r>
            <a:br>
              <a:rPr lang="en-US" sz="1600" dirty="0">
                <a:solidFill>
                  <a:srgbClr val="101820"/>
                </a:solidFill>
                <a:latin typeface="Rand"/>
              </a:rPr>
            </a:br>
            <a:endParaRPr lang="en-US" dirty="0"/>
          </a:p>
        </p:txBody>
      </p:sp>
      <p:sp>
        <p:nvSpPr>
          <p:cNvPr id="5" name="TextBox 4">
            <a:extLst>
              <a:ext uri="{FF2B5EF4-FFF2-40B4-BE49-F238E27FC236}">
                <a16:creationId xmlns:a16="http://schemas.microsoft.com/office/drawing/2014/main" id="{04B2E8A4-F338-9C50-8699-AA8590BD63A3}"/>
              </a:ext>
            </a:extLst>
          </p:cNvPr>
          <p:cNvSpPr txBox="1"/>
          <p:nvPr/>
        </p:nvSpPr>
        <p:spPr>
          <a:xfrm>
            <a:off x="381000" y="3869576"/>
            <a:ext cx="11430000" cy="2585323"/>
          </a:xfrm>
          <a:prstGeom prst="rect">
            <a:avLst/>
          </a:prstGeom>
          <a:noFill/>
          <a:ln>
            <a:solidFill>
              <a:schemeClr val="bg2"/>
            </a:solidFill>
          </a:ln>
        </p:spPr>
        <p:txBody>
          <a:bodyPr wrap="square">
            <a:spAutoFit/>
          </a:bodyPr>
          <a:lstStyle/>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p:txBody>
      </p:sp>
    </p:spTree>
    <p:extLst>
      <p:ext uri="{BB962C8B-B14F-4D97-AF65-F5344CB8AC3E}">
        <p14:creationId xmlns:p14="http://schemas.microsoft.com/office/powerpoint/2010/main" val="1332632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A9E-B65D-FA4B-34D1-55C88A97AA2B}"/>
              </a:ext>
            </a:extLst>
          </p:cNvPr>
          <p:cNvSpPr>
            <a:spLocks noGrp="1"/>
          </p:cNvSpPr>
          <p:nvPr>
            <p:ph type="title"/>
          </p:nvPr>
        </p:nvSpPr>
        <p:spPr>
          <a:xfrm>
            <a:off x="381000" y="403101"/>
            <a:ext cx="11430000" cy="794000"/>
          </a:xfrm>
        </p:spPr>
        <p:txBody>
          <a:bodyPr/>
          <a:lstStyle/>
          <a:p>
            <a:r>
              <a:rPr lang="en-US" dirty="0"/>
              <a:t>Relationship Trust</a:t>
            </a:r>
            <a:br>
              <a:rPr lang="en-US" dirty="0"/>
            </a:br>
            <a:r>
              <a:rPr lang="en-US" sz="2000" dirty="0"/>
              <a:t>Application Challenge</a:t>
            </a:r>
            <a:endParaRPr lang="en-US" dirty="0"/>
          </a:p>
        </p:txBody>
      </p:sp>
      <p:sp>
        <p:nvSpPr>
          <p:cNvPr id="4" name="TextBox 3">
            <a:extLst>
              <a:ext uri="{FF2B5EF4-FFF2-40B4-BE49-F238E27FC236}">
                <a16:creationId xmlns:a16="http://schemas.microsoft.com/office/drawing/2014/main" id="{275B497F-9229-8A95-7147-176993B89AFF}"/>
              </a:ext>
            </a:extLst>
          </p:cNvPr>
          <p:cNvSpPr txBox="1"/>
          <p:nvPr/>
        </p:nvSpPr>
        <p:spPr>
          <a:xfrm>
            <a:off x="121734" y="2037760"/>
            <a:ext cx="11430000" cy="1415772"/>
          </a:xfrm>
          <a:prstGeom prst="rect">
            <a:avLst/>
          </a:prstGeom>
          <a:noFill/>
        </p:spPr>
        <p:txBody>
          <a:bodyPr wrap="square">
            <a:spAutoFit/>
          </a:bodyPr>
          <a:lstStyle/>
          <a:p>
            <a:pPr algn="l"/>
            <a:r>
              <a:rPr lang="en-US" dirty="0">
                <a:solidFill>
                  <a:srgbClr val="101820"/>
                </a:solidFill>
                <a:latin typeface="Rand"/>
              </a:rPr>
              <a:t>W</a:t>
            </a:r>
            <a:r>
              <a:rPr lang="en-US" b="0" i="0" dirty="0">
                <a:solidFill>
                  <a:srgbClr val="101820"/>
                </a:solidFill>
                <a:effectLst/>
                <a:latin typeface="Rand"/>
              </a:rPr>
              <a:t>riting down a few phrases you can use. For example, with a stakeholder where you have lost your trust:</a:t>
            </a:r>
            <a:br>
              <a:rPr lang="en-US" b="0" i="0" dirty="0">
                <a:solidFill>
                  <a:srgbClr val="101820"/>
                </a:solidFill>
                <a:effectLst/>
                <a:latin typeface="Rand"/>
              </a:rPr>
            </a:br>
            <a:r>
              <a:rPr lang="en-US" b="0" i="0" dirty="0">
                <a:solidFill>
                  <a:srgbClr val="101820"/>
                </a:solidFill>
                <a:effectLst/>
                <a:latin typeface="Rand"/>
              </a:rPr>
              <a:t>Examples:</a:t>
            </a:r>
          </a:p>
          <a:p>
            <a:pPr algn="l"/>
            <a:r>
              <a:rPr lang="en-US" b="0" i="0" dirty="0">
                <a:solidFill>
                  <a:srgbClr val="101820"/>
                </a:solidFill>
                <a:effectLst/>
                <a:latin typeface="Rand"/>
              </a:rPr>
              <a:t>     </a:t>
            </a:r>
            <a:r>
              <a:rPr lang="en-US" sz="1600" b="0" i="0" dirty="0">
                <a:solidFill>
                  <a:srgbClr val="101820"/>
                </a:solidFill>
                <a:effectLst/>
                <a:latin typeface="Rand"/>
              </a:rPr>
              <a:t>“I want to include the right amount of detail in my updates so that they work for you.” (Create Transparency) </a:t>
            </a:r>
          </a:p>
          <a:p>
            <a:pPr algn="l"/>
            <a:r>
              <a:rPr lang="en-US" sz="1600" b="0" i="0" dirty="0">
                <a:solidFill>
                  <a:srgbClr val="101820"/>
                </a:solidFill>
                <a:effectLst/>
                <a:latin typeface="Rand"/>
              </a:rPr>
              <a:t>     “It would help me to have a clear understanding of exactly what you want me to deliver.” (Clarify Expectations) </a:t>
            </a:r>
          </a:p>
          <a:p>
            <a:pPr algn="l"/>
            <a:r>
              <a:rPr lang="en-US" sz="1600" b="0" i="0" dirty="0">
                <a:solidFill>
                  <a:srgbClr val="101820"/>
                </a:solidFill>
                <a:effectLst/>
                <a:latin typeface="Rand"/>
              </a:rPr>
              <a:t>     “Once I understand your expectations, you can count on me to deliver.” (Keep Commitments) </a:t>
            </a:r>
            <a:endParaRPr lang="en-US" sz="1600" dirty="0"/>
          </a:p>
        </p:txBody>
      </p:sp>
      <p:sp>
        <p:nvSpPr>
          <p:cNvPr id="5" name="TextBox 4">
            <a:extLst>
              <a:ext uri="{FF2B5EF4-FFF2-40B4-BE49-F238E27FC236}">
                <a16:creationId xmlns:a16="http://schemas.microsoft.com/office/drawing/2014/main" id="{04B2E8A4-F338-9C50-8699-AA8590BD63A3}"/>
              </a:ext>
            </a:extLst>
          </p:cNvPr>
          <p:cNvSpPr txBox="1"/>
          <p:nvPr/>
        </p:nvSpPr>
        <p:spPr>
          <a:xfrm>
            <a:off x="381000" y="3686674"/>
            <a:ext cx="11430000" cy="2585323"/>
          </a:xfrm>
          <a:prstGeom prst="rect">
            <a:avLst/>
          </a:prstGeom>
          <a:noFill/>
          <a:ln>
            <a:solidFill>
              <a:schemeClr val="bg2"/>
            </a:solidFill>
          </a:ln>
        </p:spPr>
        <p:txBody>
          <a:bodyPr wrap="square">
            <a:spAutoFit/>
          </a:bodyPr>
          <a:lstStyle/>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a:p>
            <a:pPr algn="l"/>
            <a:endParaRPr lang="en-US" dirty="0"/>
          </a:p>
        </p:txBody>
      </p:sp>
    </p:spTree>
    <p:extLst>
      <p:ext uri="{BB962C8B-B14F-4D97-AF65-F5344CB8AC3E}">
        <p14:creationId xmlns:p14="http://schemas.microsoft.com/office/powerpoint/2010/main" val="1000948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A9E-B65D-FA4B-34D1-55C88A97AA2B}"/>
              </a:ext>
            </a:extLst>
          </p:cNvPr>
          <p:cNvSpPr>
            <a:spLocks noGrp="1"/>
          </p:cNvSpPr>
          <p:nvPr>
            <p:ph type="title"/>
          </p:nvPr>
        </p:nvSpPr>
        <p:spPr>
          <a:xfrm>
            <a:off x="381000" y="403101"/>
            <a:ext cx="11430000" cy="794000"/>
          </a:xfrm>
        </p:spPr>
        <p:txBody>
          <a:bodyPr/>
          <a:lstStyle/>
          <a:p>
            <a:r>
              <a:rPr lang="en-US" dirty="0"/>
              <a:t>Relationship Trust</a:t>
            </a:r>
            <a:br>
              <a:rPr lang="en-US" dirty="0"/>
            </a:br>
            <a:r>
              <a:rPr lang="en-US" sz="2000" dirty="0"/>
              <a:t>Group Activity – Use Case 1</a:t>
            </a:r>
            <a:endParaRPr lang="en-US" dirty="0"/>
          </a:p>
        </p:txBody>
      </p:sp>
      <p:sp>
        <p:nvSpPr>
          <p:cNvPr id="4" name="TextBox 3">
            <a:extLst>
              <a:ext uri="{FF2B5EF4-FFF2-40B4-BE49-F238E27FC236}">
                <a16:creationId xmlns:a16="http://schemas.microsoft.com/office/drawing/2014/main" id="{275B497F-9229-8A95-7147-176993B89AFF}"/>
              </a:ext>
            </a:extLst>
          </p:cNvPr>
          <p:cNvSpPr txBox="1"/>
          <p:nvPr/>
        </p:nvSpPr>
        <p:spPr>
          <a:xfrm>
            <a:off x="214202" y="2181093"/>
            <a:ext cx="5559875" cy="4462760"/>
          </a:xfrm>
          <a:prstGeom prst="rect">
            <a:avLst/>
          </a:prstGeom>
          <a:noFill/>
        </p:spPr>
        <p:txBody>
          <a:bodyPr wrap="square">
            <a:spAutoFit/>
          </a:bodyPr>
          <a:lstStyle/>
          <a:p>
            <a:pPr algn="l"/>
            <a:r>
              <a:rPr lang="en-US" dirty="0">
                <a:solidFill>
                  <a:srgbClr val="101820"/>
                </a:solidFill>
                <a:latin typeface="Rand"/>
              </a:rPr>
              <a:t>You have shown your desire to take up new projects and initiatives at a broader org level to your leader. She has assigned you as part of a critical project that is going to influence the future direction of the organization's strategy. You have not worked or met with any of your project mates before, but you realize this is an important assignment which is an amazing opportunity for you to grow. You want to make the most out of.</a:t>
            </a:r>
            <a:br>
              <a:rPr lang="en-US" dirty="0">
                <a:solidFill>
                  <a:srgbClr val="101820"/>
                </a:solidFill>
                <a:latin typeface="Rand"/>
              </a:rPr>
            </a:br>
            <a:br>
              <a:rPr lang="en-US" dirty="0">
                <a:solidFill>
                  <a:srgbClr val="101820"/>
                </a:solidFill>
                <a:latin typeface="Rand"/>
              </a:rPr>
            </a:br>
            <a:br>
              <a:rPr lang="en-US" dirty="0">
                <a:solidFill>
                  <a:srgbClr val="101820"/>
                </a:solidFill>
                <a:latin typeface="Rand"/>
              </a:rPr>
            </a:br>
            <a:r>
              <a:rPr lang="en-US" dirty="0">
                <a:solidFill>
                  <a:srgbClr val="101820"/>
                </a:solidFill>
                <a:latin typeface="Rand"/>
              </a:rPr>
              <a:t>Based on your understanding of developing trust, what actions will you take and why ?</a:t>
            </a:r>
            <a:br>
              <a:rPr lang="en-US" dirty="0">
                <a:solidFill>
                  <a:srgbClr val="101820"/>
                </a:solidFill>
                <a:latin typeface="Rand"/>
              </a:rPr>
            </a:br>
            <a:br>
              <a:rPr lang="en-US" dirty="0">
                <a:solidFill>
                  <a:srgbClr val="101820"/>
                </a:solidFill>
                <a:latin typeface="Rand"/>
              </a:rPr>
            </a:br>
            <a:r>
              <a:rPr lang="en-US" dirty="0">
                <a:solidFill>
                  <a:srgbClr val="101820"/>
                </a:solidFill>
                <a:latin typeface="Rand"/>
              </a:rPr>
              <a:t>Use the below resource to help structure your thoughts</a:t>
            </a:r>
          </a:p>
          <a:p>
            <a:pPr algn="l"/>
            <a:endParaRPr lang="en-US" sz="1600" dirty="0">
              <a:solidFill>
                <a:srgbClr val="101820"/>
              </a:solidFill>
              <a:latin typeface="Rand"/>
            </a:endParaRPr>
          </a:p>
          <a:p>
            <a:pPr algn="l"/>
            <a:endParaRPr lang="en-US" sz="1600" dirty="0"/>
          </a:p>
        </p:txBody>
      </p:sp>
      <p:graphicFrame>
        <p:nvGraphicFramePr>
          <p:cNvPr id="3" name="Object 2">
            <a:extLst>
              <a:ext uri="{FF2B5EF4-FFF2-40B4-BE49-F238E27FC236}">
                <a16:creationId xmlns:a16="http://schemas.microsoft.com/office/drawing/2014/main" id="{EDC44D26-941E-FAAB-BF56-84AD5F4E327B}"/>
              </a:ext>
            </a:extLst>
          </p:cNvPr>
          <p:cNvGraphicFramePr>
            <a:graphicFrameLocks noChangeAspect="1"/>
          </p:cNvGraphicFramePr>
          <p:nvPr>
            <p:extLst>
              <p:ext uri="{D42A27DB-BD31-4B8C-83A1-F6EECF244321}">
                <p14:modId xmlns:p14="http://schemas.microsoft.com/office/powerpoint/2010/main" val="3344680958"/>
              </p:ext>
            </p:extLst>
          </p:nvPr>
        </p:nvGraphicFramePr>
        <p:xfrm>
          <a:off x="6291471" y="1694281"/>
          <a:ext cx="4118318" cy="4595449"/>
        </p:xfrm>
        <a:graphic>
          <a:graphicData uri="http://schemas.openxmlformats.org/presentationml/2006/ole">
            <mc:AlternateContent xmlns:mc="http://schemas.openxmlformats.org/markup-compatibility/2006">
              <mc:Choice xmlns:v="urn:schemas-microsoft-com:vml" Requires="v">
                <p:oleObj name="Acrobat Document" r:id="rId2" imgW="3085878" imgH="4114800" progId="AcroExch.Document.DC">
                  <p:embed/>
                </p:oleObj>
              </mc:Choice>
              <mc:Fallback>
                <p:oleObj name="Acrobat Document" r:id="rId2" imgW="3085878" imgH="4114800" progId="AcroExch.Document.DC">
                  <p:embed/>
                  <p:pic>
                    <p:nvPicPr>
                      <p:cNvPr id="3" name="Object 2">
                        <a:extLst>
                          <a:ext uri="{FF2B5EF4-FFF2-40B4-BE49-F238E27FC236}">
                            <a16:creationId xmlns:a16="http://schemas.microsoft.com/office/drawing/2014/main" id="{EDC44D26-941E-FAAB-BF56-84AD5F4E327B}"/>
                          </a:ext>
                        </a:extLst>
                      </p:cNvPr>
                      <p:cNvPicPr/>
                      <p:nvPr/>
                    </p:nvPicPr>
                    <p:blipFill>
                      <a:blip r:embed="rId3"/>
                      <a:stretch>
                        <a:fillRect/>
                      </a:stretch>
                    </p:blipFill>
                    <p:spPr>
                      <a:xfrm>
                        <a:off x="6291471" y="1694281"/>
                        <a:ext cx="4118318" cy="4595449"/>
                      </a:xfrm>
                      <a:prstGeom prst="rect">
                        <a:avLst/>
                      </a:prstGeom>
                    </p:spPr>
                  </p:pic>
                </p:oleObj>
              </mc:Fallback>
            </mc:AlternateContent>
          </a:graphicData>
        </a:graphic>
      </p:graphicFrame>
    </p:spTree>
    <p:extLst>
      <p:ext uri="{BB962C8B-B14F-4D97-AF65-F5344CB8AC3E}">
        <p14:creationId xmlns:p14="http://schemas.microsoft.com/office/powerpoint/2010/main" val="1937030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A9E-B65D-FA4B-34D1-55C88A97AA2B}"/>
              </a:ext>
            </a:extLst>
          </p:cNvPr>
          <p:cNvSpPr>
            <a:spLocks noGrp="1"/>
          </p:cNvSpPr>
          <p:nvPr>
            <p:ph type="title"/>
          </p:nvPr>
        </p:nvSpPr>
        <p:spPr>
          <a:xfrm>
            <a:off x="381000" y="403101"/>
            <a:ext cx="11430000" cy="794000"/>
          </a:xfrm>
        </p:spPr>
        <p:txBody>
          <a:bodyPr/>
          <a:lstStyle/>
          <a:p>
            <a:r>
              <a:rPr lang="en-US" dirty="0"/>
              <a:t>Relationship Trust</a:t>
            </a:r>
            <a:br>
              <a:rPr lang="en-US" dirty="0"/>
            </a:br>
            <a:r>
              <a:rPr lang="en-US" sz="2000" dirty="0"/>
              <a:t>Group Activity – Use </a:t>
            </a:r>
            <a:r>
              <a:rPr lang="en-US" sz="2000"/>
              <a:t>Case 2</a:t>
            </a:r>
            <a:endParaRPr lang="en-US" dirty="0"/>
          </a:p>
        </p:txBody>
      </p:sp>
      <p:sp>
        <p:nvSpPr>
          <p:cNvPr id="4" name="TextBox 3">
            <a:extLst>
              <a:ext uri="{FF2B5EF4-FFF2-40B4-BE49-F238E27FC236}">
                <a16:creationId xmlns:a16="http://schemas.microsoft.com/office/drawing/2014/main" id="{275B497F-9229-8A95-7147-176993B89AFF}"/>
              </a:ext>
            </a:extLst>
          </p:cNvPr>
          <p:cNvSpPr txBox="1"/>
          <p:nvPr/>
        </p:nvSpPr>
        <p:spPr>
          <a:xfrm>
            <a:off x="214202" y="2181093"/>
            <a:ext cx="5559875" cy="3631763"/>
          </a:xfrm>
          <a:prstGeom prst="rect">
            <a:avLst/>
          </a:prstGeom>
          <a:noFill/>
        </p:spPr>
        <p:txBody>
          <a:bodyPr wrap="square">
            <a:spAutoFit/>
          </a:bodyPr>
          <a:lstStyle/>
          <a:p>
            <a:pPr algn="l"/>
            <a:r>
              <a:rPr lang="en-US" dirty="0">
                <a:solidFill>
                  <a:srgbClr val="101820"/>
                </a:solidFill>
                <a:latin typeface="Rand"/>
              </a:rPr>
              <a:t>Your alignment has recently been changed to a new set of people in the POD. You have not worked with each other before. However, there are very important and critical deals that are in flight, which will need you and your POD mates to collaborate to get those deals to close. You understand that time is running out.</a:t>
            </a:r>
            <a:br>
              <a:rPr lang="en-US" dirty="0">
                <a:solidFill>
                  <a:srgbClr val="101820"/>
                </a:solidFill>
                <a:latin typeface="Rand"/>
              </a:rPr>
            </a:br>
            <a:br>
              <a:rPr lang="en-US" dirty="0">
                <a:solidFill>
                  <a:srgbClr val="101820"/>
                </a:solidFill>
                <a:latin typeface="Rand"/>
              </a:rPr>
            </a:br>
            <a:r>
              <a:rPr lang="en-US" dirty="0">
                <a:solidFill>
                  <a:srgbClr val="101820"/>
                </a:solidFill>
                <a:latin typeface="Rand"/>
              </a:rPr>
              <a:t>Based on your understanding of developing trust, what actions will you take and why ?</a:t>
            </a:r>
            <a:br>
              <a:rPr lang="en-US" dirty="0">
                <a:solidFill>
                  <a:srgbClr val="101820"/>
                </a:solidFill>
                <a:latin typeface="Rand"/>
              </a:rPr>
            </a:br>
            <a:br>
              <a:rPr lang="en-US" dirty="0">
                <a:solidFill>
                  <a:srgbClr val="101820"/>
                </a:solidFill>
                <a:latin typeface="Rand"/>
              </a:rPr>
            </a:br>
            <a:r>
              <a:rPr lang="en-US" dirty="0">
                <a:solidFill>
                  <a:srgbClr val="101820"/>
                </a:solidFill>
                <a:latin typeface="Rand"/>
              </a:rPr>
              <a:t>Use the below resource to help structure your thoughts</a:t>
            </a:r>
          </a:p>
          <a:p>
            <a:pPr algn="l"/>
            <a:endParaRPr lang="en-US" sz="1600" dirty="0">
              <a:solidFill>
                <a:srgbClr val="101820"/>
              </a:solidFill>
              <a:latin typeface="Rand"/>
            </a:endParaRPr>
          </a:p>
          <a:p>
            <a:pPr algn="l"/>
            <a:endParaRPr lang="en-US" sz="1600" dirty="0"/>
          </a:p>
        </p:txBody>
      </p:sp>
      <p:graphicFrame>
        <p:nvGraphicFramePr>
          <p:cNvPr id="3" name="Object 2">
            <a:extLst>
              <a:ext uri="{FF2B5EF4-FFF2-40B4-BE49-F238E27FC236}">
                <a16:creationId xmlns:a16="http://schemas.microsoft.com/office/drawing/2014/main" id="{EDC44D26-941E-FAAB-BF56-84AD5F4E327B}"/>
              </a:ext>
            </a:extLst>
          </p:cNvPr>
          <p:cNvGraphicFramePr>
            <a:graphicFrameLocks noChangeAspect="1"/>
          </p:cNvGraphicFramePr>
          <p:nvPr>
            <p:extLst>
              <p:ext uri="{D42A27DB-BD31-4B8C-83A1-F6EECF244321}">
                <p14:modId xmlns:p14="http://schemas.microsoft.com/office/powerpoint/2010/main" val="1873001707"/>
              </p:ext>
            </p:extLst>
          </p:nvPr>
        </p:nvGraphicFramePr>
        <p:xfrm>
          <a:off x="7146069" y="1699251"/>
          <a:ext cx="3446587" cy="4595449"/>
        </p:xfrm>
        <a:graphic>
          <a:graphicData uri="http://schemas.openxmlformats.org/presentationml/2006/ole">
            <mc:AlternateContent xmlns:mc="http://schemas.openxmlformats.org/markup-compatibility/2006">
              <mc:Choice xmlns:v="urn:schemas-microsoft-com:vml" Requires="v">
                <p:oleObj name="Acrobat Document" r:id="rId2" imgW="3085878" imgH="4114800" progId="Acrobat.Document.DC">
                  <p:embed/>
                </p:oleObj>
              </mc:Choice>
              <mc:Fallback>
                <p:oleObj name="Acrobat Document" r:id="rId2" imgW="3085878" imgH="4114800" progId="Acrobat.Document.DC">
                  <p:embed/>
                  <p:pic>
                    <p:nvPicPr>
                      <p:cNvPr id="3" name="Object 2">
                        <a:extLst>
                          <a:ext uri="{FF2B5EF4-FFF2-40B4-BE49-F238E27FC236}">
                            <a16:creationId xmlns:a16="http://schemas.microsoft.com/office/drawing/2014/main" id="{EDC44D26-941E-FAAB-BF56-84AD5F4E327B}"/>
                          </a:ext>
                        </a:extLst>
                      </p:cNvPr>
                      <p:cNvPicPr/>
                      <p:nvPr/>
                    </p:nvPicPr>
                    <p:blipFill>
                      <a:blip r:embed="rId3"/>
                      <a:stretch>
                        <a:fillRect/>
                      </a:stretch>
                    </p:blipFill>
                    <p:spPr>
                      <a:xfrm>
                        <a:off x="7146069" y="1699251"/>
                        <a:ext cx="3446587" cy="4595449"/>
                      </a:xfrm>
                      <a:prstGeom prst="rect">
                        <a:avLst/>
                      </a:prstGeom>
                    </p:spPr>
                  </p:pic>
                </p:oleObj>
              </mc:Fallback>
            </mc:AlternateContent>
          </a:graphicData>
        </a:graphic>
      </p:graphicFrame>
    </p:spTree>
    <p:extLst>
      <p:ext uri="{BB962C8B-B14F-4D97-AF65-F5344CB8AC3E}">
        <p14:creationId xmlns:p14="http://schemas.microsoft.com/office/powerpoint/2010/main" val="2154060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FA9E-B65D-FA4B-34D1-55C88A97AA2B}"/>
              </a:ext>
            </a:extLst>
          </p:cNvPr>
          <p:cNvSpPr>
            <a:spLocks noGrp="1"/>
          </p:cNvSpPr>
          <p:nvPr>
            <p:ph type="title"/>
          </p:nvPr>
        </p:nvSpPr>
        <p:spPr>
          <a:xfrm>
            <a:off x="381000" y="541601"/>
            <a:ext cx="11430000" cy="517001"/>
          </a:xfrm>
        </p:spPr>
        <p:txBody>
          <a:bodyPr/>
          <a:lstStyle/>
          <a:p>
            <a:r>
              <a:rPr lang="en-US" dirty="0"/>
              <a:t>Trust Action Plan</a:t>
            </a:r>
          </a:p>
        </p:txBody>
      </p:sp>
      <p:graphicFrame>
        <p:nvGraphicFramePr>
          <p:cNvPr id="7" name="Object 6">
            <a:extLst>
              <a:ext uri="{FF2B5EF4-FFF2-40B4-BE49-F238E27FC236}">
                <a16:creationId xmlns:a16="http://schemas.microsoft.com/office/drawing/2014/main" id="{690F6688-AE13-63D7-7CFE-0C4F1604D07D}"/>
              </a:ext>
            </a:extLst>
          </p:cNvPr>
          <p:cNvGraphicFramePr>
            <a:graphicFrameLocks noChangeAspect="1"/>
          </p:cNvGraphicFramePr>
          <p:nvPr>
            <p:extLst>
              <p:ext uri="{D42A27DB-BD31-4B8C-83A1-F6EECF244321}">
                <p14:modId xmlns:p14="http://schemas.microsoft.com/office/powerpoint/2010/main" val="1679551853"/>
              </p:ext>
            </p:extLst>
          </p:nvPr>
        </p:nvGraphicFramePr>
        <p:xfrm>
          <a:off x="4465836" y="1706066"/>
          <a:ext cx="3568554" cy="4610333"/>
        </p:xfrm>
        <a:graphic>
          <a:graphicData uri="http://schemas.openxmlformats.org/presentationml/2006/ole">
            <mc:AlternateContent xmlns:mc="http://schemas.openxmlformats.org/markup-compatibility/2006">
              <mc:Choice xmlns:v="urn:schemas-microsoft-com:vml" Requires="v">
                <p:oleObj name="Acrobat Document" r:id="rId2" imgW="3886052" imgH="5029200" progId="Acrobat.Document.DC">
                  <p:embed/>
                </p:oleObj>
              </mc:Choice>
              <mc:Fallback>
                <p:oleObj name="Acrobat Document" r:id="rId2" imgW="3886052" imgH="5029200" progId="Acrobat.Document.DC">
                  <p:embed/>
                  <p:pic>
                    <p:nvPicPr>
                      <p:cNvPr id="7" name="Object 6">
                        <a:extLst>
                          <a:ext uri="{FF2B5EF4-FFF2-40B4-BE49-F238E27FC236}">
                            <a16:creationId xmlns:a16="http://schemas.microsoft.com/office/drawing/2014/main" id="{690F6688-AE13-63D7-7CFE-0C4F1604D07D}"/>
                          </a:ext>
                        </a:extLst>
                      </p:cNvPr>
                      <p:cNvPicPr/>
                      <p:nvPr/>
                    </p:nvPicPr>
                    <p:blipFill>
                      <a:blip r:embed="rId3"/>
                      <a:stretch>
                        <a:fillRect/>
                      </a:stretch>
                    </p:blipFill>
                    <p:spPr>
                      <a:xfrm>
                        <a:off x="4465836" y="1706066"/>
                        <a:ext cx="3568554" cy="4610333"/>
                      </a:xfrm>
                      <a:prstGeom prst="rect">
                        <a:avLst/>
                      </a:prstGeom>
                    </p:spPr>
                  </p:pic>
                </p:oleObj>
              </mc:Fallback>
            </mc:AlternateContent>
          </a:graphicData>
        </a:graphic>
      </p:graphicFrame>
    </p:spTree>
    <p:extLst>
      <p:ext uri="{BB962C8B-B14F-4D97-AF65-F5344CB8AC3E}">
        <p14:creationId xmlns:p14="http://schemas.microsoft.com/office/powerpoint/2010/main" val="2468971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itle 1">
            <a:extLst>
              <a:ext uri="{FF2B5EF4-FFF2-40B4-BE49-F238E27FC236}">
                <a16:creationId xmlns:a16="http://schemas.microsoft.com/office/drawing/2014/main" id="{CE37942D-E919-4A8A-A299-CF56E1A14E84}"/>
              </a:ext>
            </a:extLst>
          </p:cNvPr>
          <p:cNvSpPr txBox="1">
            <a:spLocks/>
          </p:cNvSpPr>
          <p:nvPr/>
        </p:nvSpPr>
        <p:spPr>
          <a:xfrm>
            <a:off x="428625" y="2764929"/>
            <a:ext cx="11334750" cy="809625"/>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marL="0" marR="0" lvl="0" indent="0" algn="ctr" defTabSz="571477" rtl="0" eaLnBrk="1" fontAlgn="auto" latinLnBrk="0" hangingPunct="1">
              <a:lnSpc>
                <a:spcPct val="90000"/>
              </a:lnSpc>
              <a:spcBef>
                <a:spcPts val="1000"/>
              </a:spcBef>
              <a:spcAft>
                <a:spcPts val="0"/>
              </a:spcAft>
              <a:buClrTx/>
              <a:buSzTx/>
              <a:buFontTx/>
              <a:buNone/>
              <a:tabLst/>
              <a:defRPr/>
            </a:pPr>
            <a:endParaRPr kumimoji="0" lang="en-US" sz="4500" b="0" i="0" u="none" strike="noStrike" kern="1200" cap="none" spc="0" normalizeH="0" baseline="0" noProof="0" dirty="0">
              <a:ln>
                <a:noFill/>
              </a:ln>
              <a:solidFill>
                <a:srgbClr val="FFFFFF"/>
              </a:solidFill>
              <a:effectLst/>
              <a:uLnTx/>
              <a:uFillTx/>
              <a:latin typeface="Bahnschrift SemiBold" panose="020B0502040204020203" pitchFamily="34" charset="0"/>
              <a:ea typeface="+mj-ea"/>
              <a:cs typeface="+mj-cs"/>
            </a:endParaRPr>
          </a:p>
        </p:txBody>
      </p:sp>
      <p:sp>
        <p:nvSpPr>
          <p:cNvPr id="2" name="Title 1">
            <a:extLst>
              <a:ext uri="{FF2B5EF4-FFF2-40B4-BE49-F238E27FC236}">
                <a16:creationId xmlns:a16="http://schemas.microsoft.com/office/drawing/2014/main" id="{B8CAD462-E50F-4B0A-A0D7-0AEF78AFCD38}"/>
              </a:ext>
            </a:extLst>
          </p:cNvPr>
          <p:cNvSpPr>
            <a:spLocks noGrp="1"/>
          </p:cNvSpPr>
          <p:nvPr>
            <p:ph type="title"/>
          </p:nvPr>
        </p:nvSpPr>
        <p:spPr/>
        <p:txBody>
          <a:bodyPr/>
          <a:lstStyle/>
          <a:p>
            <a:r>
              <a:rPr lang="en-US" dirty="0"/>
              <a:t>Hidden Variable</a:t>
            </a:r>
          </a:p>
        </p:txBody>
      </p:sp>
      <p:sp>
        <p:nvSpPr>
          <p:cNvPr id="4" name="Title 1">
            <a:extLst>
              <a:ext uri="{FF2B5EF4-FFF2-40B4-BE49-F238E27FC236}">
                <a16:creationId xmlns:a16="http://schemas.microsoft.com/office/drawing/2014/main" id="{DB7D495C-4BE2-4F41-BC07-C77515B007A1}"/>
              </a:ext>
            </a:extLst>
          </p:cNvPr>
          <p:cNvSpPr txBox="1">
            <a:spLocks/>
          </p:cNvSpPr>
          <p:nvPr/>
        </p:nvSpPr>
        <p:spPr>
          <a:xfrm>
            <a:off x="3380677" y="2784709"/>
            <a:ext cx="5060795" cy="17818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3733"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S x E = R</a:t>
            </a:r>
            <a:br>
              <a:rPr kumimoji="0" lang="en-US" sz="3733"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br>
            <a:br>
              <a:rPr kumimoji="0" lang="en-US" sz="3733"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br>
            <a:r>
              <a:rPr kumimoji="0" lang="en-US" sz="3733"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(S x E) </a:t>
            </a:r>
            <a:r>
              <a:rPr kumimoji="0" lang="en-US" sz="5400"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____</a:t>
            </a:r>
            <a:r>
              <a:rPr kumimoji="0" lang="en-US" sz="3733"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 = R</a:t>
            </a:r>
          </a:p>
        </p:txBody>
      </p:sp>
      <p:sp>
        <p:nvSpPr>
          <p:cNvPr id="5" name="Title 1">
            <a:extLst>
              <a:ext uri="{FF2B5EF4-FFF2-40B4-BE49-F238E27FC236}">
                <a16:creationId xmlns:a16="http://schemas.microsoft.com/office/drawing/2014/main" id="{FDD61AFC-15DE-4DC6-9919-D645CD511C70}"/>
              </a:ext>
            </a:extLst>
          </p:cNvPr>
          <p:cNvSpPr txBox="1">
            <a:spLocks/>
          </p:cNvSpPr>
          <p:nvPr/>
        </p:nvSpPr>
        <p:spPr>
          <a:xfrm>
            <a:off x="3648306" y="3789556"/>
            <a:ext cx="5060795" cy="747897"/>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0" marR="0" lvl="0" indent="0" algn="ctr" defTabSz="914377" rtl="0" eaLnBrk="1" fontAlgn="auto" latinLnBrk="0" hangingPunct="1">
              <a:lnSpc>
                <a:spcPct val="90000"/>
              </a:lnSpc>
              <a:spcBef>
                <a:spcPct val="0"/>
              </a:spcBef>
              <a:spcAft>
                <a:spcPts val="0"/>
              </a:spcAft>
              <a:buClrTx/>
              <a:buSzTx/>
              <a:buFontTx/>
              <a:buNone/>
              <a:tabLst/>
              <a:defRPr/>
            </a:pPr>
            <a:r>
              <a:rPr kumimoji="0" lang="en-US" sz="5400" b="0" i="0" u="none" strike="noStrike" kern="1200" cap="none" spc="0" normalizeH="0" baseline="0" noProof="0" dirty="0">
                <a:ln>
                  <a:noFill/>
                </a:ln>
                <a:solidFill>
                  <a:srgbClr val="000000"/>
                </a:solidFill>
                <a:effectLst/>
                <a:uLnTx/>
                <a:uFillTx/>
                <a:latin typeface="Arial" panose="020B0604020202020204" pitchFamily="34" charset="0"/>
                <a:ea typeface="+mj-ea"/>
                <a:cs typeface="+mj-cs"/>
              </a:rPr>
              <a:t>Trust</a:t>
            </a:r>
          </a:p>
        </p:txBody>
      </p:sp>
    </p:spTree>
    <p:extLst>
      <p:ext uri="{BB962C8B-B14F-4D97-AF65-F5344CB8AC3E}">
        <p14:creationId xmlns:p14="http://schemas.microsoft.com/office/powerpoint/2010/main" val="365194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ED27-BE90-40BB-9763-904D25632FA0}"/>
              </a:ext>
            </a:extLst>
          </p:cNvPr>
          <p:cNvSpPr>
            <a:spLocks noGrp="1"/>
          </p:cNvSpPr>
          <p:nvPr>
            <p:ph type="title"/>
          </p:nvPr>
        </p:nvSpPr>
        <p:spPr/>
        <p:txBody>
          <a:bodyPr/>
          <a:lstStyle/>
          <a:p>
            <a:r>
              <a:rPr lang="en-US" dirty="0"/>
              <a:t>Start, Stop and Continue</a:t>
            </a:r>
          </a:p>
        </p:txBody>
      </p:sp>
      <p:sp>
        <p:nvSpPr>
          <p:cNvPr id="3" name="Title 1">
            <a:extLst>
              <a:ext uri="{FF2B5EF4-FFF2-40B4-BE49-F238E27FC236}">
                <a16:creationId xmlns:a16="http://schemas.microsoft.com/office/drawing/2014/main" id="{8F669933-E553-4CAF-9CA3-8F09DBFCC636}"/>
              </a:ext>
            </a:extLst>
          </p:cNvPr>
          <p:cNvSpPr txBox="1">
            <a:spLocks/>
          </p:cNvSpPr>
          <p:nvPr/>
        </p:nvSpPr>
        <p:spPr>
          <a:xfrm>
            <a:off x="808108" y="2637264"/>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Which High Trust actions come naturally to you ?</a:t>
            </a:r>
            <a:endParaRPr lang="en-US" sz="2000" i="1" dirty="0">
              <a:solidFill>
                <a:schemeClr val="bg2"/>
              </a:solidFill>
            </a:endParaRPr>
          </a:p>
        </p:txBody>
      </p:sp>
      <p:sp>
        <p:nvSpPr>
          <p:cNvPr id="7" name="Title 1">
            <a:extLst>
              <a:ext uri="{FF2B5EF4-FFF2-40B4-BE49-F238E27FC236}">
                <a16:creationId xmlns:a16="http://schemas.microsoft.com/office/drawing/2014/main" id="{83A7B084-4804-4011-9E21-2B7E5061B429}"/>
              </a:ext>
            </a:extLst>
          </p:cNvPr>
          <p:cNvSpPr txBox="1">
            <a:spLocks/>
          </p:cNvSpPr>
          <p:nvPr/>
        </p:nvSpPr>
        <p:spPr>
          <a:xfrm>
            <a:off x="808108" y="3502449"/>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Which High Trust actions are your weakness ?</a:t>
            </a:r>
            <a:endParaRPr lang="en-US" sz="2000" i="1" dirty="0">
              <a:solidFill>
                <a:schemeClr val="bg2"/>
              </a:solidFill>
            </a:endParaRPr>
          </a:p>
        </p:txBody>
      </p:sp>
      <p:sp>
        <p:nvSpPr>
          <p:cNvPr id="8" name="Title 1">
            <a:extLst>
              <a:ext uri="{FF2B5EF4-FFF2-40B4-BE49-F238E27FC236}">
                <a16:creationId xmlns:a16="http://schemas.microsoft.com/office/drawing/2014/main" id="{971FBD70-5F82-4E83-8BBF-CAEA590ED0ED}"/>
              </a:ext>
            </a:extLst>
          </p:cNvPr>
          <p:cNvSpPr txBox="1">
            <a:spLocks/>
          </p:cNvSpPr>
          <p:nvPr/>
        </p:nvSpPr>
        <p:spPr>
          <a:xfrm>
            <a:off x="808108" y="4472605"/>
            <a:ext cx="7822935" cy="2769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Which three High Trust actions will you focus and work on ?</a:t>
            </a:r>
            <a:endParaRPr lang="en-US" sz="2000" i="1" dirty="0">
              <a:solidFill>
                <a:schemeClr val="bg2"/>
              </a:solidFill>
            </a:endParaRPr>
          </a:p>
        </p:txBody>
      </p:sp>
      <p:sp>
        <p:nvSpPr>
          <p:cNvPr id="6" name="Title 1">
            <a:extLst>
              <a:ext uri="{FF2B5EF4-FFF2-40B4-BE49-F238E27FC236}">
                <a16:creationId xmlns:a16="http://schemas.microsoft.com/office/drawing/2014/main" id="{2F83E990-1A21-91F8-CA51-AE7B177704FF}"/>
              </a:ext>
            </a:extLst>
          </p:cNvPr>
          <p:cNvSpPr txBox="1">
            <a:spLocks/>
          </p:cNvSpPr>
          <p:nvPr/>
        </p:nvSpPr>
        <p:spPr>
          <a:xfrm>
            <a:off x="808108" y="5304262"/>
            <a:ext cx="10655346" cy="553998"/>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marL="342900" indent="-342900">
              <a:buFont typeface="Arial" panose="020B0604020202020204" pitchFamily="34" charset="0"/>
              <a:buChar char="•"/>
            </a:pPr>
            <a:r>
              <a:rPr lang="en-US" sz="2000" dirty="0">
                <a:solidFill>
                  <a:schemeClr val="bg2"/>
                </a:solidFill>
              </a:rPr>
              <a:t>Perform the </a:t>
            </a:r>
            <a:r>
              <a:rPr lang="en-US" sz="2000" b="1" dirty="0">
                <a:solidFill>
                  <a:schemeClr val="bg2"/>
                </a:solidFill>
              </a:rPr>
              <a:t>Application Challenge </a:t>
            </a:r>
            <a:r>
              <a:rPr lang="en-US" sz="2000" dirty="0">
                <a:solidFill>
                  <a:schemeClr val="bg2"/>
                </a:solidFill>
              </a:rPr>
              <a:t>for a real-world scenario you are facing</a:t>
            </a:r>
            <a:br>
              <a:rPr lang="en-US" sz="2000" dirty="0">
                <a:solidFill>
                  <a:schemeClr val="bg2"/>
                </a:solidFill>
              </a:rPr>
            </a:br>
            <a:r>
              <a:rPr lang="en-US" sz="2000" dirty="0">
                <a:solidFill>
                  <a:schemeClr val="bg2"/>
                </a:solidFill>
              </a:rPr>
              <a:t>We will do a readout in Month 6 on your progress</a:t>
            </a:r>
            <a:endParaRPr lang="en-US" sz="2000" i="1" dirty="0">
              <a:solidFill>
                <a:schemeClr val="bg2"/>
              </a:solidFill>
            </a:endParaRPr>
          </a:p>
        </p:txBody>
      </p:sp>
    </p:spTree>
    <p:extLst>
      <p:ext uri="{BB962C8B-B14F-4D97-AF65-F5344CB8AC3E}">
        <p14:creationId xmlns:p14="http://schemas.microsoft.com/office/powerpoint/2010/main" val="559579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70A29-5DB0-4F95-802D-5814311B0FB8}"/>
              </a:ext>
            </a:extLst>
          </p:cNvPr>
          <p:cNvSpPr>
            <a:spLocks noGrp="1"/>
          </p:cNvSpPr>
          <p:nvPr>
            <p:ph type="title"/>
          </p:nvPr>
        </p:nvSpPr>
        <p:spPr/>
        <p:txBody>
          <a:bodyPr/>
          <a:lstStyle/>
          <a:p>
            <a:r>
              <a:rPr lang="en-US" dirty="0"/>
              <a:t>Extend Trust</a:t>
            </a:r>
          </a:p>
        </p:txBody>
      </p:sp>
      <p:sp>
        <p:nvSpPr>
          <p:cNvPr id="3" name="Title 1">
            <a:extLst>
              <a:ext uri="{FF2B5EF4-FFF2-40B4-BE49-F238E27FC236}">
                <a16:creationId xmlns:a16="http://schemas.microsoft.com/office/drawing/2014/main" id="{BCDDF94C-A8A5-4A25-A054-2F5FBEE2F0F9}"/>
              </a:ext>
            </a:extLst>
          </p:cNvPr>
          <p:cNvSpPr txBox="1">
            <a:spLocks/>
          </p:cNvSpPr>
          <p:nvPr/>
        </p:nvSpPr>
        <p:spPr>
          <a:xfrm>
            <a:off x="964226" y="2040775"/>
            <a:ext cx="7822935" cy="3323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r>
              <a:rPr lang="en-US" sz="2400" dirty="0">
                <a:solidFill>
                  <a:schemeClr val="bg2"/>
                </a:solidFill>
              </a:rPr>
              <a:t>Smart Trust Matrix</a:t>
            </a:r>
            <a:endParaRPr lang="en-US" sz="2400" i="1" dirty="0">
              <a:solidFill>
                <a:schemeClr val="bg2"/>
              </a:solidFill>
            </a:endParaRPr>
          </a:p>
        </p:txBody>
      </p:sp>
      <p:graphicFrame>
        <p:nvGraphicFramePr>
          <p:cNvPr id="4" name="Table 4">
            <a:extLst>
              <a:ext uri="{FF2B5EF4-FFF2-40B4-BE49-F238E27FC236}">
                <a16:creationId xmlns:a16="http://schemas.microsoft.com/office/drawing/2014/main" id="{4EC75124-3ADE-483D-82BC-1EB0342353BF}"/>
              </a:ext>
            </a:extLst>
          </p:cNvPr>
          <p:cNvGraphicFramePr>
            <a:graphicFrameLocks noGrp="1"/>
          </p:cNvGraphicFramePr>
          <p:nvPr>
            <p:extLst>
              <p:ext uri="{D42A27DB-BD31-4B8C-83A1-F6EECF244321}">
                <p14:modId xmlns:p14="http://schemas.microsoft.com/office/powerpoint/2010/main" val="504700737"/>
              </p:ext>
            </p:extLst>
          </p:nvPr>
        </p:nvGraphicFramePr>
        <p:xfrm>
          <a:off x="3448205" y="2911935"/>
          <a:ext cx="5517376" cy="2110790"/>
        </p:xfrm>
        <a:graphic>
          <a:graphicData uri="http://schemas.openxmlformats.org/drawingml/2006/table">
            <a:tbl>
              <a:tblPr firstRow="1" bandRow="1">
                <a:tableStyleId>{2D5ABB26-0587-4C30-8999-92F81FD0307C}</a:tableStyleId>
              </a:tblPr>
              <a:tblGrid>
                <a:gridCol w="2758688">
                  <a:extLst>
                    <a:ext uri="{9D8B030D-6E8A-4147-A177-3AD203B41FA5}">
                      <a16:colId xmlns:a16="http://schemas.microsoft.com/office/drawing/2014/main" val="1770964600"/>
                    </a:ext>
                  </a:extLst>
                </a:gridCol>
                <a:gridCol w="2758688">
                  <a:extLst>
                    <a:ext uri="{9D8B030D-6E8A-4147-A177-3AD203B41FA5}">
                      <a16:colId xmlns:a16="http://schemas.microsoft.com/office/drawing/2014/main" val="3731344012"/>
                    </a:ext>
                  </a:extLst>
                </a:gridCol>
              </a:tblGrid>
              <a:tr h="1076094">
                <a:tc>
                  <a:txBody>
                    <a:bodyPr/>
                    <a:lstStyle/>
                    <a:p>
                      <a:pPr algn="ctr"/>
                      <a:r>
                        <a:rPr lang="en-US" dirty="0">
                          <a:solidFill>
                            <a:schemeClr val="tx1"/>
                          </a:solidFill>
                        </a:rPr>
                        <a:t>Blind Trust</a:t>
                      </a:r>
                      <a:br>
                        <a:rPr lang="en-US" dirty="0">
                          <a:solidFill>
                            <a:schemeClr val="tx1"/>
                          </a:solidFill>
                        </a:rPr>
                      </a:br>
                      <a:r>
                        <a:rPr lang="en-US" sz="1400" dirty="0">
                          <a:solidFill>
                            <a:schemeClr val="tx1"/>
                          </a:solidFill>
                        </a:rPr>
                        <a:t>Gullible</a:t>
                      </a:r>
                      <a:endParaRPr lang="en-US"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Smart Trust</a:t>
                      </a:r>
                    </a:p>
                    <a:p>
                      <a:pPr algn="ctr"/>
                      <a:r>
                        <a:rPr lang="en-US" sz="1400" dirty="0">
                          <a:solidFill>
                            <a:schemeClr val="tx1"/>
                          </a:solidFill>
                        </a:rPr>
                        <a:t>Judgement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58869"/>
                  </a:ext>
                </a:extLst>
              </a:tr>
              <a:tr h="1034696">
                <a:tc>
                  <a:txBody>
                    <a:bodyPr/>
                    <a:lstStyle/>
                    <a:p>
                      <a:pPr algn="ctr"/>
                      <a:r>
                        <a:rPr lang="en-US" dirty="0">
                          <a:solidFill>
                            <a:schemeClr val="tx1"/>
                          </a:solidFill>
                        </a:rPr>
                        <a:t>No Trust</a:t>
                      </a:r>
                    </a:p>
                    <a:p>
                      <a:pPr algn="ctr"/>
                      <a:r>
                        <a:rPr lang="en-US" sz="1400" dirty="0">
                          <a:solidFill>
                            <a:schemeClr val="tx1"/>
                          </a:solidFill>
                        </a:rPr>
                        <a:t>Indecision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tx1"/>
                          </a:solidFill>
                        </a:rPr>
                        <a:t>Distrust</a:t>
                      </a:r>
                    </a:p>
                    <a:p>
                      <a:pPr algn="ctr"/>
                      <a:r>
                        <a:rPr lang="en-US" sz="1400" dirty="0">
                          <a:solidFill>
                            <a:schemeClr val="tx1"/>
                          </a:solidFill>
                        </a:rPr>
                        <a:t>Suspicion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7355279"/>
                  </a:ext>
                </a:extLst>
              </a:tr>
            </a:tbl>
          </a:graphicData>
        </a:graphic>
      </p:graphicFrame>
      <p:cxnSp>
        <p:nvCxnSpPr>
          <p:cNvPr id="6" name="Straight Arrow Connector 5">
            <a:extLst>
              <a:ext uri="{FF2B5EF4-FFF2-40B4-BE49-F238E27FC236}">
                <a16:creationId xmlns:a16="http://schemas.microsoft.com/office/drawing/2014/main" id="{DE26F9FA-4364-4B7F-9579-390A85783953}"/>
              </a:ext>
            </a:extLst>
          </p:cNvPr>
          <p:cNvCxnSpPr/>
          <p:nvPr/>
        </p:nvCxnSpPr>
        <p:spPr>
          <a:xfrm flipV="1">
            <a:off x="2832410" y="3073521"/>
            <a:ext cx="0" cy="188455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B80ED35-E1DB-4A65-A8B1-1681C2566587}"/>
              </a:ext>
            </a:extLst>
          </p:cNvPr>
          <p:cNvCxnSpPr>
            <a:cxnSpLocks/>
          </p:cNvCxnSpPr>
          <p:nvPr/>
        </p:nvCxnSpPr>
        <p:spPr>
          <a:xfrm>
            <a:off x="3713356" y="5469688"/>
            <a:ext cx="507380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A7A0FC39-7AC0-4657-A9DA-2AC499C94F0E}"/>
              </a:ext>
            </a:extLst>
          </p:cNvPr>
          <p:cNvSpPr txBox="1">
            <a:spLocks/>
          </p:cNvSpPr>
          <p:nvPr/>
        </p:nvSpPr>
        <p:spPr>
          <a:xfrm rot="16200000">
            <a:off x="1488335" y="3930373"/>
            <a:ext cx="2258476" cy="2215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1600" dirty="0">
                <a:solidFill>
                  <a:schemeClr val="bg2"/>
                </a:solidFill>
              </a:rPr>
              <a:t>Propensity to Trust</a:t>
            </a:r>
            <a:endParaRPr lang="en-US" sz="1600" i="1" dirty="0">
              <a:solidFill>
                <a:schemeClr val="bg2"/>
              </a:solidFill>
            </a:endParaRPr>
          </a:p>
        </p:txBody>
      </p:sp>
      <p:sp>
        <p:nvSpPr>
          <p:cNvPr id="10" name="Title 1">
            <a:extLst>
              <a:ext uri="{FF2B5EF4-FFF2-40B4-BE49-F238E27FC236}">
                <a16:creationId xmlns:a16="http://schemas.microsoft.com/office/drawing/2014/main" id="{327B534B-E221-4C70-BCB1-60E63FFF25C4}"/>
              </a:ext>
            </a:extLst>
          </p:cNvPr>
          <p:cNvSpPr txBox="1">
            <a:spLocks/>
          </p:cNvSpPr>
          <p:nvPr/>
        </p:nvSpPr>
        <p:spPr>
          <a:xfrm>
            <a:off x="5121020" y="5561486"/>
            <a:ext cx="2258476" cy="221599"/>
          </a:xfrm>
          <a:prstGeom prst="rect">
            <a:avLst/>
          </a:prstGeom>
        </p:spPr>
        <p:txBody>
          <a:bodyPr wrap="square" lIns="0" tIns="0" rIns="0" bIns="0" anchor="ctr" anchorCtr="0">
            <a:spAutoFit/>
          </a:bodyPr>
          <a:lstStyle>
            <a:lvl1pPr algn="l" defTabSz="914377" rtl="0" eaLnBrk="1" latinLnBrk="0" hangingPunct="1">
              <a:lnSpc>
                <a:spcPct val="90000"/>
              </a:lnSpc>
              <a:spcBef>
                <a:spcPct val="0"/>
              </a:spcBef>
              <a:buNone/>
              <a:defRPr sz="3733" kern="1200">
                <a:solidFill>
                  <a:schemeClr val="tx2"/>
                </a:solidFill>
                <a:latin typeface="Arial" panose="020B0604020202020204" pitchFamily="34" charset="0"/>
                <a:ea typeface="+mj-ea"/>
                <a:cs typeface="+mj-cs"/>
              </a:defRPr>
            </a:lvl1pPr>
          </a:lstStyle>
          <a:p>
            <a:pPr algn="ctr"/>
            <a:r>
              <a:rPr lang="en-US" sz="1600" dirty="0">
                <a:solidFill>
                  <a:schemeClr val="bg2"/>
                </a:solidFill>
              </a:rPr>
              <a:t>Analysis</a:t>
            </a:r>
            <a:endParaRPr lang="en-US" sz="1600" i="1" dirty="0">
              <a:solidFill>
                <a:schemeClr val="bg2"/>
              </a:solidFill>
            </a:endParaRPr>
          </a:p>
        </p:txBody>
      </p:sp>
    </p:spTree>
    <p:extLst>
      <p:ext uri="{BB962C8B-B14F-4D97-AF65-F5344CB8AC3E}">
        <p14:creationId xmlns:p14="http://schemas.microsoft.com/office/powerpoint/2010/main" val="1023261580"/>
      </p:ext>
    </p:extLst>
  </p:cSld>
  <p:clrMapOvr>
    <a:masterClrMapping/>
  </p:clrMapOvr>
</p:sld>
</file>

<file path=ppt/theme/theme1.xml><?xml version="1.0" encoding="utf-8"?>
<a:theme xmlns:a="http://schemas.openxmlformats.org/drawingml/2006/main" name="3_2021 Dell Tech template">
  <a:themeElements>
    <a:clrScheme name="Dell New VID">
      <a:dk1>
        <a:srgbClr val="444444"/>
      </a:dk1>
      <a:lt1>
        <a:srgbClr val="0076CE"/>
      </a:lt1>
      <a:dk2>
        <a:srgbClr val="FFFFFF"/>
      </a:dk2>
      <a:lt2>
        <a:srgbClr val="000000"/>
      </a:lt2>
      <a:accent1>
        <a:srgbClr val="00447C"/>
      </a:accent1>
      <a:accent2>
        <a:srgbClr val="6EA204"/>
      </a:accent2>
      <a:accent3>
        <a:srgbClr val="F2AF00"/>
      </a:accent3>
      <a:accent4>
        <a:srgbClr val="EE6411"/>
      </a:accent4>
      <a:accent5>
        <a:srgbClr val="CE1126"/>
      </a:accent5>
      <a:accent6>
        <a:srgbClr val="41B6E6"/>
      </a:accent6>
      <a:hlink>
        <a:srgbClr val="0076CE"/>
      </a:hlink>
      <a:folHlink>
        <a:srgbClr val="6E258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2700">
          <a:solidFill>
            <a:schemeClr val="bg2"/>
          </a:solidFill>
        </a:ln>
      </a:spPr>
      <a:bodyPr rtlCol="0" anchor="ctr"/>
      <a:lstStyle>
        <a:defPPr algn="ctr">
          <a:defRPr sz="12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ctr">
          <a:defRPr sz="1800" dirty="0" smtClean="0"/>
        </a:defPPr>
      </a:lstStyle>
    </a:txDef>
  </a:objectDefaults>
  <a:extraClrSchemeLst/>
  <a:extLst>
    <a:ext uri="{05A4C25C-085E-4340-85A3-A5531E510DB2}">
      <thm15:themeFamily xmlns:thm15="http://schemas.microsoft.com/office/thememl/2012/main" name="P-18501_2020_ppt_template_v2.potx" id="{8EE0A804-4CB6-44EA-A4B4-C7D1EB27F55F}" vid="{F7FFB47B-E2F5-4219-83D1-256A9C18175C}"/>
    </a:ext>
  </a:extLst>
</a:theme>
</file>

<file path=ppt/theme/theme2.xml><?xml version="1.0" encoding="utf-8"?>
<a:theme xmlns:a="http://schemas.openxmlformats.org/drawingml/2006/main" name="2_Dell FRS 2021 Gray Template">
  <a:themeElements>
    <a:clrScheme name="Dell New VID">
      <a:dk1>
        <a:srgbClr val="444444"/>
      </a:dk1>
      <a:lt1>
        <a:srgbClr val="0076CE"/>
      </a:lt1>
      <a:dk2>
        <a:srgbClr val="FFFFFF"/>
      </a:dk2>
      <a:lt2>
        <a:srgbClr val="000000"/>
      </a:lt2>
      <a:accent1>
        <a:srgbClr val="00447C"/>
      </a:accent1>
      <a:accent2>
        <a:srgbClr val="6EA204"/>
      </a:accent2>
      <a:accent3>
        <a:srgbClr val="F2AF00"/>
      </a:accent3>
      <a:accent4>
        <a:srgbClr val="EE6411"/>
      </a:accent4>
      <a:accent5>
        <a:srgbClr val="CE1126"/>
      </a:accent5>
      <a:accent6>
        <a:srgbClr val="41B6E6"/>
      </a:accent6>
      <a:hlink>
        <a:srgbClr val="0076CE"/>
      </a:hlink>
      <a:folHlink>
        <a:srgbClr val="6E2585"/>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12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ctr">
          <a:defRPr sz="1800" dirty="0" smtClean="0"/>
        </a:defPPr>
      </a:lstStyle>
    </a:txDef>
  </a:objectDefaults>
  <a:extraClrSchemeLst/>
  <a:extLst>
    <a:ext uri="{05A4C25C-085E-4340-85A3-A5531E510DB2}">
      <thm15:themeFamily xmlns:thm15="http://schemas.microsoft.com/office/thememl/2012/main" name="Dell_Tech_New_2008_ppt_template_internal.potx" id="{5FC214A2-141E-43BB-9FCF-BD0E7C86A4C8}" vid="{481A8D53-418B-4345-AE93-4B7E2D6E919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1944</TotalTime>
  <Words>1239</Words>
  <Application>Microsoft Office PowerPoint</Application>
  <PresentationFormat>Widescreen</PresentationFormat>
  <Paragraphs>186</Paragraphs>
  <Slides>27</Slides>
  <Notes>5</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36" baseType="lpstr">
      <vt:lpstr>Rand</vt:lpstr>
      <vt:lpstr>Arial</vt:lpstr>
      <vt:lpstr>Bahnschrift</vt:lpstr>
      <vt:lpstr>Bahnschrift SemiBold</vt:lpstr>
      <vt:lpstr>Calibri</vt:lpstr>
      <vt:lpstr>Wingdings</vt:lpstr>
      <vt:lpstr>3_2021 Dell Tech template</vt:lpstr>
      <vt:lpstr>2_Dell FRS 2021 Gray Template</vt:lpstr>
      <vt:lpstr>Acrobat Document</vt:lpstr>
      <vt:lpstr>PowerPoint Presentation</vt:lpstr>
      <vt:lpstr>Take time to think!</vt:lpstr>
      <vt:lpstr>Hidden Variable</vt:lpstr>
      <vt:lpstr>Tax and Dividend</vt:lpstr>
      <vt:lpstr>Activity</vt:lpstr>
      <vt:lpstr>Activity</vt:lpstr>
      <vt:lpstr>Five Waves of Trust</vt:lpstr>
      <vt:lpstr>Self Trust Core of Credibility</vt:lpstr>
      <vt:lpstr>Activity</vt:lpstr>
      <vt:lpstr>Relationship Trust</vt:lpstr>
      <vt:lpstr>Activity</vt:lpstr>
      <vt:lpstr>Time to think again!</vt:lpstr>
      <vt:lpstr>Behaviors to develop high trust </vt:lpstr>
      <vt:lpstr>Behaviors to develop high trust </vt:lpstr>
      <vt:lpstr>Behaviors to develop high trust </vt:lpstr>
      <vt:lpstr>Behaviors to develop high trust </vt:lpstr>
      <vt:lpstr>Activity</vt:lpstr>
      <vt:lpstr>Activity</vt:lpstr>
      <vt:lpstr>Relationship Trust Application Challenge</vt:lpstr>
      <vt:lpstr>Relationship Trust Application Challenge</vt:lpstr>
      <vt:lpstr>Relationship Trust Group Activity – Use Case 1</vt:lpstr>
      <vt:lpstr>Relationship Trust Group Activity – Use Case 2</vt:lpstr>
      <vt:lpstr>Trust Action Plan</vt:lpstr>
      <vt:lpstr>Hidden Variable</vt:lpstr>
      <vt:lpstr>Start, Stop and Continue</vt:lpstr>
      <vt:lpstr>PowerPoint Presentation</vt:lpstr>
      <vt:lpstr>Extend Trust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Panda, Sabyasachi</dc:creator>
  <cp:lastModifiedBy>B, Ranjeeth</cp:lastModifiedBy>
  <cp:revision>1</cp:revision>
  <dcterms:created xsi:type="dcterms:W3CDTF">2022-11-28T17:07:27Z</dcterms:created>
  <dcterms:modified xsi:type="dcterms:W3CDTF">2025-11-17T17:17:07Z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3dd1fcc-24d7-4f55-9dc2-c1518f171327_Enabled">
    <vt:lpwstr>true</vt:lpwstr>
  </property>
  <property fmtid="{D5CDD505-2E9C-101B-9397-08002B2CF9AE}" pid="3" name="MSIP_Label_73dd1fcc-24d7-4f55-9dc2-c1518f171327_SetDate">
    <vt:lpwstr>2023-05-10T16:33:46Z</vt:lpwstr>
  </property>
  <property fmtid="{D5CDD505-2E9C-101B-9397-08002B2CF9AE}" pid="4" name="MSIP_Label_73dd1fcc-24d7-4f55-9dc2-c1518f171327_Method">
    <vt:lpwstr>Privileged</vt:lpwstr>
  </property>
  <property fmtid="{D5CDD505-2E9C-101B-9397-08002B2CF9AE}" pid="5" name="MSIP_Label_73dd1fcc-24d7-4f55-9dc2-c1518f171327_Name">
    <vt:lpwstr>No Protection (Label Only) - Internal Use</vt:lpwstr>
  </property>
  <property fmtid="{D5CDD505-2E9C-101B-9397-08002B2CF9AE}" pid="6" name="MSIP_Label_73dd1fcc-24d7-4f55-9dc2-c1518f171327_SiteId">
    <vt:lpwstr>945c199a-83a2-4e80-9f8c-5a91be5752dd</vt:lpwstr>
  </property>
  <property fmtid="{D5CDD505-2E9C-101B-9397-08002B2CF9AE}" pid="7" name="MSIP_Label_73dd1fcc-24d7-4f55-9dc2-c1518f171327_ActionId">
    <vt:lpwstr>b6a20e12-6272-4bad-bf85-22c941034986</vt:lpwstr>
  </property>
  <property fmtid="{D5CDD505-2E9C-101B-9397-08002B2CF9AE}" pid="8" name="MSIP_Label_73dd1fcc-24d7-4f55-9dc2-c1518f171327_ContentBits">
    <vt:lpwstr>2</vt:lpwstr>
  </property>
</Properties>
</file>